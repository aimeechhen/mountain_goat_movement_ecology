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42" autoAdjust="0"/>
    <p:restoredTop sz="94660"/>
  </p:normalViewPr>
  <p:slideViewPr>
    <p:cSldViewPr snapToGrid="0">
      <p:cViewPr>
        <p:scale>
          <a:sx n="125" d="100"/>
          <a:sy n="125" d="100"/>
        </p:scale>
        <p:origin x="1240" y="6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B00201-15AC-4AD4-ACA2-74A91E0C21A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2CCF211-1097-41B5-A3F9-F47127AE8928}">
      <dgm:prSet phldrT="[Text]" custT="1"/>
      <dgm:spPr>
        <a:solidFill>
          <a:srgbClr val="CC331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latin typeface="Calibri"/>
              <a:ea typeface="Calibri"/>
              <a:cs typeface="Calibri"/>
            </a:rPr>
            <a:t>Wildfire</a:t>
          </a:r>
          <a:endParaRPr lang="en-GB" sz="1800" b="1">
            <a:latin typeface="Calibri"/>
            <a:ea typeface="Calibri"/>
            <a:cs typeface="Calibri"/>
          </a:endParaRPr>
        </a:p>
      </dgm:t>
    </dgm:pt>
    <dgm:pt modelId="{9FC59FE1-18E7-4903-ACCB-DDE28F8159B8}" type="parTrans" cxnId="{349ED579-B16B-4959-A716-B92CC0D0EE33}">
      <dgm:prSet/>
      <dgm:spPr/>
      <dgm:t>
        <a:bodyPr/>
        <a:lstStyle/>
        <a:p>
          <a:endParaRPr lang="en-GB"/>
        </a:p>
      </dgm:t>
    </dgm:pt>
    <dgm:pt modelId="{79415E5E-4939-4465-BDC4-D421E980DBEA}" type="sibTrans" cxnId="{349ED579-B16B-4959-A716-B92CC0D0EE33}">
      <dgm:prSet/>
      <dgm:spPr/>
      <dgm:t>
        <a:bodyPr/>
        <a:lstStyle/>
        <a:p>
          <a:endParaRPr lang="en-GB"/>
        </a:p>
      </dgm:t>
    </dgm:pt>
    <dgm:pt modelId="{0D417342-261A-4AF6-BF6B-82BB5FA9A9CE}">
      <dgm:prSet phldrT="[Text]" custT="1"/>
      <dgm:spPr>
        <a:solidFill>
          <a:srgbClr val="33A02C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>
            <a:solidFill>
              <a:schemeClr val="bg1"/>
            </a:solidFill>
            <a:latin typeface="Calibri"/>
            <a:ea typeface="Calibri"/>
            <a:cs typeface="Calibri"/>
          </a:endParaRPr>
        </a:p>
      </dgm:t>
    </dgm:pt>
    <dgm:pt modelId="{E4732BC4-1EC0-483D-94D5-BD8C896D7A95}" type="parTrans" cxnId="{9D69C254-774B-4D7A-A1AF-34BB6D0361F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GB" sz="1600"/>
        </a:p>
      </dgm:t>
    </dgm:pt>
    <dgm:pt modelId="{87E85AE3-AD92-477F-BC2D-95909BFB9F43}" type="sibTrans" cxnId="{9D69C254-774B-4D7A-A1AF-34BB6D0361F7}">
      <dgm:prSet/>
      <dgm:spPr/>
      <dgm:t>
        <a:bodyPr/>
        <a:lstStyle/>
        <a:p>
          <a:endParaRPr lang="en-GB"/>
        </a:p>
      </dgm:t>
    </dgm:pt>
    <dgm:pt modelId="{1E77907B-523B-4D56-BBA7-5A9D1A175CD2}">
      <dgm:prSet phldrT="[Text]" custT="1"/>
      <dgm:spPr>
        <a:solidFill>
          <a:srgbClr val="B2DF8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1C2A9705-19E4-464F-9CA9-3FF2DBE062A9}" type="parTrans" cxnId="{1C6B194E-47E2-4483-A92B-740A09C9F36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GB" sz="1600"/>
        </a:p>
      </dgm:t>
    </dgm:pt>
    <dgm:pt modelId="{F7CD0B08-DC8C-492C-838C-34A97EDBC808}" type="sibTrans" cxnId="{1C6B194E-47E2-4483-A92B-740A09C9F366}">
      <dgm:prSet/>
      <dgm:spPr/>
      <dgm:t>
        <a:bodyPr/>
        <a:lstStyle/>
        <a:p>
          <a:endParaRPr lang="en-GB"/>
        </a:p>
      </dgm:t>
    </dgm:pt>
    <dgm:pt modelId="{3D698D4F-97F9-41E5-A3BD-4D6FA620325E}">
      <dgm:prSet phldrT="[Text]" custT="1"/>
      <dgm:spPr>
        <a:solidFill>
          <a:srgbClr val="B2DF8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E6D4676-3A79-4622-91A7-05102952ABDE}" type="parTrans" cxnId="{4BA83B9E-6EB2-4D87-BB20-2BCB410A63E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GB" sz="1600"/>
        </a:p>
      </dgm:t>
    </dgm:pt>
    <dgm:pt modelId="{95898882-7F7F-4649-B579-24138691C962}" type="sibTrans" cxnId="{4BA83B9E-6EB2-4D87-BB20-2BCB410A63EE}">
      <dgm:prSet/>
      <dgm:spPr/>
      <dgm:t>
        <a:bodyPr/>
        <a:lstStyle/>
        <a:p>
          <a:endParaRPr lang="en-GB"/>
        </a:p>
      </dgm:t>
    </dgm:pt>
    <dgm:pt modelId="{D7155B30-193F-4F4F-BC10-FDDFC38D727E}">
      <dgm:prSet phldrT="[Text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69BED7D5-F3D2-4C89-820F-8F39FCC4E004}" type="parTrans" cxnId="{72670C97-41AA-4EE9-9D18-218F73640E9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GB" sz="1600"/>
        </a:p>
      </dgm:t>
    </dgm:pt>
    <dgm:pt modelId="{DC0A3D96-A5FA-4DF0-B645-2DEB282A1E3D}" type="sibTrans" cxnId="{72670C97-41AA-4EE9-9D18-218F73640E9B}">
      <dgm:prSet/>
      <dgm:spPr/>
      <dgm:t>
        <a:bodyPr/>
        <a:lstStyle/>
        <a:p>
          <a:endParaRPr lang="en-GB"/>
        </a:p>
      </dgm:t>
    </dgm:pt>
    <dgm:pt modelId="{73C0A2F2-4220-45D6-AF87-32048DD0361D}">
      <dgm:prSet phldrT="[Text]" custT="1"/>
      <dgm:spPr>
        <a:solidFill>
          <a:srgbClr val="1F78B4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5097774-D1D4-47C1-8718-F80EB61F92DB}" type="parTrans" cxnId="{56F7ED0F-21A0-461F-9B74-8F945480381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GB"/>
        </a:p>
      </dgm:t>
    </dgm:pt>
    <dgm:pt modelId="{81FA5B02-9140-480A-A3DC-8DFDBD4341C6}" type="sibTrans" cxnId="{56F7ED0F-21A0-461F-9B74-8F9454803810}">
      <dgm:prSet/>
      <dgm:spPr/>
      <dgm:t>
        <a:bodyPr/>
        <a:lstStyle/>
        <a:p>
          <a:endParaRPr lang="en-GB"/>
        </a:p>
      </dgm:t>
    </dgm:pt>
    <dgm:pt modelId="{7A7B36DD-290F-476A-884C-6B0C1B3E6E1B}">
      <dgm:prSet phldrT="[Text]" custT="1"/>
      <dgm:spPr>
        <a:solidFill>
          <a:srgbClr val="A6CEE3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8F2AC90-96A0-429E-BBE6-D13EC109F6AA}" type="parTrans" cxnId="{73B7ED19-BDAC-42F8-B76F-4522AD20990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GB"/>
        </a:p>
      </dgm:t>
    </dgm:pt>
    <dgm:pt modelId="{6F58B2F6-2E43-4966-84B2-1B519DAAB803}" type="sibTrans" cxnId="{73B7ED19-BDAC-42F8-B76F-4522AD20990B}">
      <dgm:prSet/>
      <dgm:spPr/>
      <dgm:t>
        <a:bodyPr/>
        <a:lstStyle/>
        <a:p>
          <a:endParaRPr lang="en-GB"/>
        </a:p>
      </dgm:t>
    </dgm:pt>
    <dgm:pt modelId="{0C03B368-2107-4805-8493-354045C975BF}">
      <dgm:prSet phldrT="[Text]" custT="1"/>
      <dgm:spPr>
        <a:solidFill>
          <a:srgbClr val="A6CEE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9D09446-EC3C-4B5E-9ECA-C9E7F4C1B414}" type="parTrans" cxnId="{8BC20FD1-5604-431E-BD6D-116970DECB1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GB"/>
        </a:p>
      </dgm:t>
    </dgm:pt>
    <dgm:pt modelId="{410468C3-ABF2-4509-942B-4F13B26F859F}" type="sibTrans" cxnId="{8BC20FD1-5604-431E-BD6D-116970DECB1F}">
      <dgm:prSet/>
      <dgm:spPr/>
      <dgm:t>
        <a:bodyPr/>
        <a:lstStyle/>
        <a:p>
          <a:endParaRPr lang="en-GB"/>
        </a:p>
      </dgm:t>
    </dgm:pt>
    <dgm:pt modelId="{26A8AD93-3791-4A76-8BCC-AC3F06BA6073}" type="pres">
      <dgm:prSet presAssocID="{8FB00201-15AC-4AD4-ACA2-74A91E0C21A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C10692B-6286-49EB-B2A9-894D85C78B4D}" type="pres">
      <dgm:prSet presAssocID="{62CCF211-1097-41B5-A3F9-F47127AE8928}" presName="root1" presStyleCnt="0"/>
      <dgm:spPr/>
    </dgm:pt>
    <dgm:pt modelId="{0E3308C0-AA2F-4CD4-B3F7-DB6DEA680850}" type="pres">
      <dgm:prSet presAssocID="{62CCF211-1097-41B5-A3F9-F47127AE8928}" presName="LevelOneTextNode" presStyleLbl="node0" presStyleIdx="0" presStyleCnt="1">
        <dgm:presLayoutVars>
          <dgm:chPref val="3"/>
        </dgm:presLayoutVars>
      </dgm:prSet>
      <dgm:spPr/>
    </dgm:pt>
    <dgm:pt modelId="{16AA0BA5-0E08-42F4-A2F7-8C078B9D1966}" type="pres">
      <dgm:prSet presAssocID="{62CCF211-1097-41B5-A3F9-F47127AE8928}" presName="level2hierChild" presStyleCnt="0"/>
      <dgm:spPr/>
    </dgm:pt>
    <dgm:pt modelId="{8F35F557-19AA-4EBA-95D7-C18937C2193A}" type="pres">
      <dgm:prSet presAssocID="{69BED7D5-F3D2-4C89-820F-8F39FCC4E004}" presName="conn2-1" presStyleLbl="parChTrans1D2" presStyleIdx="0" presStyleCnt="1"/>
      <dgm:spPr/>
    </dgm:pt>
    <dgm:pt modelId="{A7244196-C7DE-4D2F-A217-27A268A1A604}" type="pres">
      <dgm:prSet presAssocID="{69BED7D5-F3D2-4C89-820F-8F39FCC4E004}" presName="connTx" presStyleLbl="parChTrans1D2" presStyleIdx="0" presStyleCnt="1"/>
      <dgm:spPr/>
    </dgm:pt>
    <dgm:pt modelId="{5CA3CA8F-6A66-4E68-9C18-67559B879DCB}" type="pres">
      <dgm:prSet presAssocID="{D7155B30-193F-4F4F-BC10-FDDFC38D727E}" presName="root2" presStyleCnt="0"/>
      <dgm:spPr/>
    </dgm:pt>
    <dgm:pt modelId="{9E2F4EE8-7053-4E6A-BCBC-22CCC38B8BA8}" type="pres">
      <dgm:prSet presAssocID="{D7155B30-193F-4F4F-BC10-FDDFC38D727E}" presName="LevelTwoTextNode" presStyleLbl="node2" presStyleIdx="0" presStyleCnt="1">
        <dgm:presLayoutVars>
          <dgm:chPref val="3"/>
        </dgm:presLayoutVars>
      </dgm:prSet>
      <dgm:spPr/>
    </dgm:pt>
    <dgm:pt modelId="{E12CCDE2-EDB6-4213-BC01-FF61DF55EC6C}" type="pres">
      <dgm:prSet presAssocID="{D7155B30-193F-4F4F-BC10-FDDFC38D727E}" presName="level3hierChild" presStyleCnt="0"/>
      <dgm:spPr/>
    </dgm:pt>
    <dgm:pt modelId="{2AA0FF4F-A2B3-419E-B2E7-17096B98F2BB}" type="pres">
      <dgm:prSet presAssocID="{45097774-D1D4-47C1-8718-F80EB61F92DB}" presName="conn2-1" presStyleLbl="parChTrans1D3" presStyleIdx="0" presStyleCnt="2"/>
      <dgm:spPr/>
    </dgm:pt>
    <dgm:pt modelId="{CFDDDCDC-B151-4B43-B3F3-C11F6A423393}" type="pres">
      <dgm:prSet presAssocID="{45097774-D1D4-47C1-8718-F80EB61F92DB}" presName="connTx" presStyleLbl="parChTrans1D3" presStyleIdx="0" presStyleCnt="2"/>
      <dgm:spPr/>
    </dgm:pt>
    <dgm:pt modelId="{394451BA-8995-4357-BCD4-C17B79AEC866}" type="pres">
      <dgm:prSet presAssocID="{73C0A2F2-4220-45D6-AF87-32048DD0361D}" presName="root2" presStyleCnt="0"/>
      <dgm:spPr/>
    </dgm:pt>
    <dgm:pt modelId="{C08AD433-6FDF-4890-B165-45F8FE768FAB}" type="pres">
      <dgm:prSet presAssocID="{73C0A2F2-4220-45D6-AF87-32048DD0361D}" presName="LevelTwoTextNode" presStyleLbl="node3" presStyleIdx="0" presStyleCnt="2">
        <dgm:presLayoutVars>
          <dgm:chPref val="3"/>
        </dgm:presLayoutVars>
      </dgm:prSet>
      <dgm:spPr/>
    </dgm:pt>
    <dgm:pt modelId="{5E489F11-F877-4BCE-9870-34CB2F31FEC5}" type="pres">
      <dgm:prSet presAssocID="{73C0A2F2-4220-45D6-AF87-32048DD0361D}" presName="level3hierChild" presStyleCnt="0"/>
      <dgm:spPr/>
    </dgm:pt>
    <dgm:pt modelId="{BABA857C-7273-4257-B1B9-26539F414293}" type="pres">
      <dgm:prSet presAssocID="{38F2AC90-96A0-429E-BBE6-D13EC109F6AA}" presName="conn2-1" presStyleLbl="parChTrans1D4" presStyleIdx="0" presStyleCnt="4"/>
      <dgm:spPr/>
    </dgm:pt>
    <dgm:pt modelId="{43635B91-5971-4FD4-8365-B81CAA84B981}" type="pres">
      <dgm:prSet presAssocID="{38F2AC90-96A0-429E-BBE6-D13EC109F6AA}" presName="connTx" presStyleLbl="parChTrans1D4" presStyleIdx="0" presStyleCnt="4"/>
      <dgm:spPr/>
    </dgm:pt>
    <dgm:pt modelId="{DF09E7E8-338D-4B1A-BD18-F3DF2B53E5CC}" type="pres">
      <dgm:prSet presAssocID="{7A7B36DD-290F-476A-884C-6B0C1B3E6E1B}" presName="root2" presStyleCnt="0"/>
      <dgm:spPr/>
    </dgm:pt>
    <dgm:pt modelId="{32D40512-03DF-4D82-8986-1E8A8EAAF93D}" type="pres">
      <dgm:prSet presAssocID="{7A7B36DD-290F-476A-884C-6B0C1B3E6E1B}" presName="LevelTwoTextNode" presStyleLbl="node4" presStyleIdx="0" presStyleCnt="4">
        <dgm:presLayoutVars>
          <dgm:chPref val="3"/>
        </dgm:presLayoutVars>
      </dgm:prSet>
      <dgm:spPr/>
    </dgm:pt>
    <dgm:pt modelId="{7C27FDB0-8867-42C0-A6CA-BE0CC06C605D}" type="pres">
      <dgm:prSet presAssocID="{7A7B36DD-290F-476A-884C-6B0C1B3E6E1B}" presName="level3hierChild" presStyleCnt="0"/>
      <dgm:spPr/>
    </dgm:pt>
    <dgm:pt modelId="{4AD86B41-A51E-4AF3-8ED0-DAFD27D92B5B}" type="pres">
      <dgm:prSet presAssocID="{D9D09446-EC3C-4B5E-9ECA-C9E7F4C1B414}" presName="conn2-1" presStyleLbl="parChTrans1D4" presStyleIdx="1" presStyleCnt="4"/>
      <dgm:spPr/>
    </dgm:pt>
    <dgm:pt modelId="{1F4AB664-041D-4E19-BD19-050301C2A56C}" type="pres">
      <dgm:prSet presAssocID="{D9D09446-EC3C-4B5E-9ECA-C9E7F4C1B414}" presName="connTx" presStyleLbl="parChTrans1D4" presStyleIdx="1" presStyleCnt="4"/>
      <dgm:spPr/>
    </dgm:pt>
    <dgm:pt modelId="{CD4D33A5-A560-4162-B3BF-B1010106BF55}" type="pres">
      <dgm:prSet presAssocID="{0C03B368-2107-4805-8493-354045C975BF}" presName="root2" presStyleCnt="0"/>
      <dgm:spPr/>
    </dgm:pt>
    <dgm:pt modelId="{B998BFAC-1695-431F-8AF7-C79419E44844}" type="pres">
      <dgm:prSet presAssocID="{0C03B368-2107-4805-8493-354045C975BF}" presName="LevelTwoTextNode" presStyleLbl="node4" presStyleIdx="1" presStyleCnt="4">
        <dgm:presLayoutVars>
          <dgm:chPref val="3"/>
        </dgm:presLayoutVars>
      </dgm:prSet>
      <dgm:spPr/>
    </dgm:pt>
    <dgm:pt modelId="{BAF7428C-5C55-4BA2-A413-EFD73BB7AD60}" type="pres">
      <dgm:prSet presAssocID="{0C03B368-2107-4805-8493-354045C975BF}" presName="level3hierChild" presStyleCnt="0"/>
      <dgm:spPr/>
    </dgm:pt>
    <dgm:pt modelId="{9BBB761A-3D34-4E58-B2D2-B16678513D6C}" type="pres">
      <dgm:prSet presAssocID="{E4732BC4-1EC0-483D-94D5-BD8C896D7A95}" presName="conn2-1" presStyleLbl="parChTrans1D3" presStyleIdx="1" presStyleCnt="2"/>
      <dgm:spPr/>
    </dgm:pt>
    <dgm:pt modelId="{FF7F19B7-2714-4A51-88EE-0C5EBBE694C5}" type="pres">
      <dgm:prSet presAssocID="{E4732BC4-1EC0-483D-94D5-BD8C896D7A95}" presName="connTx" presStyleLbl="parChTrans1D3" presStyleIdx="1" presStyleCnt="2"/>
      <dgm:spPr/>
    </dgm:pt>
    <dgm:pt modelId="{83F0FEA5-0FBD-4415-BFF5-9496FBE52981}" type="pres">
      <dgm:prSet presAssocID="{0D417342-261A-4AF6-BF6B-82BB5FA9A9CE}" presName="root2" presStyleCnt="0"/>
      <dgm:spPr/>
    </dgm:pt>
    <dgm:pt modelId="{F23B98F4-E6CF-4340-87AE-D6B45DEFD654}" type="pres">
      <dgm:prSet presAssocID="{0D417342-261A-4AF6-BF6B-82BB5FA9A9CE}" presName="LevelTwoTextNode" presStyleLbl="node3" presStyleIdx="1" presStyleCnt="2">
        <dgm:presLayoutVars>
          <dgm:chPref val="3"/>
        </dgm:presLayoutVars>
      </dgm:prSet>
      <dgm:spPr/>
    </dgm:pt>
    <dgm:pt modelId="{114FCECE-1E29-4951-8756-F56D54C7BD10}" type="pres">
      <dgm:prSet presAssocID="{0D417342-261A-4AF6-BF6B-82BB5FA9A9CE}" presName="level3hierChild" presStyleCnt="0"/>
      <dgm:spPr/>
    </dgm:pt>
    <dgm:pt modelId="{79ED08A5-3869-4FF1-9454-410ED337AEDD}" type="pres">
      <dgm:prSet presAssocID="{1C2A9705-19E4-464F-9CA9-3FF2DBE062A9}" presName="conn2-1" presStyleLbl="parChTrans1D4" presStyleIdx="2" presStyleCnt="4"/>
      <dgm:spPr/>
    </dgm:pt>
    <dgm:pt modelId="{148B0C73-ED4A-45F1-ADC0-B74F138E65F4}" type="pres">
      <dgm:prSet presAssocID="{1C2A9705-19E4-464F-9CA9-3FF2DBE062A9}" presName="connTx" presStyleLbl="parChTrans1D4" presStyleIdx="2" presStyleCnt="4"/>
      <dgm:spPr/>
    </dgm:pt>
    <dgm:pt modelId="{85A563F3-2BB3-434C-A515-9BDFD8648B1B}" type="pres">
      <dgm:prSet presAssocID="{1E77907B-523B-4D56-BBA7-5A9D1A175CD2}" presName="root2" presStyleCnt="0"/>
      <dgm:spPr/>
    </dgm:pt>
    <dgm:pt modelId="{75EB20B3-C4D5-481E-935E-15E38E384D10}" type="pres">
      <dgm:prSet presAssocID="{1E77907B-523B-4D56-BBA7-5A9D1A175CD2}" presName="LevelTwoTextNode" presStyleLbl="node4" presStyleIdx="2" presStyleCnt="4">
        <dgm:presLayoutVars>
          <dgm:chPref val="3"/>
        </dgm:presLayoutVars>
      </dgm:prSet>
      <dgm:spPr/>
    </dgm:pt>
    <dgm:pt modelId="{E969D3C3-48A6-4F0F-AB8C-01CA48E54CE4}" type="pres">
      <dgm:prSet presAssocID="{1E77907B-523B-4D56-BBA7-5A9D1A175CD2}" presName="level3hierChild" presStyleCnt="0"/>
      <dgm:spPr/>
    </dgm:pt>
    <dgm:pt modelId="{A1F0CC47-F072-4C0A-B234-93C0D64107F6}" type="pres">
      <dgm:prSet presAssocID="{DE6D4676-3A79-4622-91A7-05102952ABDE}" presName="conn2-1" presStyleLbl="parChTrans1D4" presStyleIdx="3" presStyleCnt="4"/>
      <dgm:spPr/>
    </dgm:pt>
    <dgm:pt modelId="{3E11D593-ABA3-4358-9501-ADEBA9CB4019}" type="pres">
      <dgm:prSet presAssocID="{DE6D4676-3A79-4622-91A7-05102952ABDE}" presName="connTx" presStyleLbl="parChTrans1D4" presStyleIdx="3" presStyleCnt="4"/>
      <dgm:spPr/>
    </dgm:pt>
    <dgm:pt modelId="{A2823881-363E-47C1-B37B-3CF58EE29310}" type="pres">
      <dgm:prSet presAssocID="{3D698D4F-97F9-41E5-A3BD-4D6FA620325E}" presName="root2" presStyleCnt="0"/>
      <dgm:spPr/>
    </dgm:pt>
    <dgm:pt modelId="{0268FB6E-7222-4338-AD17-C72BCC8F9099}" type="pres">
      <dgm:prSet presAssocID="{3D698D4F-97F9-41E5-A3BD-4D6FA620325E}" presName="LevelTwoTextNode" presStyleLbl="node4" presStyleIdx="3" presStyleCnt="4">
        <dgm:presLayoutVars>
          <dgm:chPref val="3"/>
        </dgm:presLayoutVars>
      </dgm:prSet>
      <dgm:spPr/>
    </dgm:pt>
    <dgm:pt modelId="{DEF9D980-DD83-4569-B02B-E8D51A383939}" type="pres">
      <dgm:prSet presAssocID="{3D698D4F-97F9-41E5-A3BD-4D6FA620325E}" presName="level3hierChild" presStyleCnt="0"/>
      <dgm:spPr/>
    </dgm:pt>
  </dgm:ptLst>
  <dgm:cxnLst>
    <dgm:cxn modelId="{50875100-770F-4CD0-B99C-55ED0E531258}" type="presOf" srcId="{45097774-D1D4-47C1-8718-F80EB61F92DB}" destId="{2AA0FF4F-A2B3-419E-B2E7-17096B98F2BB}" srcOrd="0" destOrd="0" presId="urn:microsoft.com/office/officeart/2005/8/layout/hierarchy2"/>
    <dgm:cxn modelId="{25FB0E02-3E05-4064-BC78-69295534F797}" type="presOf" srcId="{3D698D4F-97F9-41E5-A3BD-4D6FA620325E}" destId="{0268FB6E-7222-4338-AD17-C72BCC8F9099}" srcOrd="0" destOrd="0" presId="urn:microsoft.com/office/officeart/2005/8/layout/hierarchy2"/>
    <dgm:cxn modelId="{46BEDA05-2BDA-401F-8B79-B7157401D606}" type="presOf" srcId="{38F2AC90-96A0-429E-BBE6-D13EC109F6AA}" destId="{43635B91-5971-4FD4-8365-B81CAA84B981}" srcOrd="1" destOrd="0" presId="urn:microsoft.com/office/officeart/2005/8/layout/hierarchy2"/>
    <dgm:cxn modelId="{56F7ED0F-21A0-461F-9B74-8F9454803810}" srcId="{D7155B30-193F-4F4F-BC10-FDDFC38D727E}" destId="{73C0A2F2-4220-45D6-AF87-32048DD0361D}" srcOrd="0" destOrd="0" parTransId="{45097774-D1D4-47C1-8718-F80EB61F92DB}" sibTransId="{81FA5B02-9140-480A-A3DC-8DFDBD4341C6}"/>
    <dgm:cxn modelId="{73B7ED19-BDAC-42F8-B76F-4522AD20990B}" srcId="{73C0A2F2-4220-45D6-AF87-32048DD0361D}" destId="{7A7B36DD-290F-476A-884C-6B0C1B3E6E1B}" srcOrd="0" destOrd="0" parTransId="{38F2AC90-96A0-429E-BBE6-D13EC109F6AA}" sibTransId="{6F58B2F6-2E43-4966-84B2-1B519DAAB803}"/>
    <dgm:cxn modelId="{43AE4320-6D99-4DD0-BB29-6E852817C3D6}" type="presOf" srcId="{62CCF211-1097-41B5-A3F9-F47127AE8928}" destId="{0E3308C0-AA2F-4CD4-B3F7-DB6DEA680850}" srcOrd="0" destOrd="0" presId="urn:microsoft.com/office/officeart/2005/8/layout/hierarchy2"/>
    <dgm:cxn modelId="{DEECAC26-DBFC-4C66-A681-8A94A8FA8932}" type="presOf" srcId="{0C03B368-2107-4805-8493-354045C975BF}" destId="{B998BFAC-1695-431F-8AF7-C79419E44844}" srcOrd="0" destOrd="0" presId="urn:microsoft.com/office/officeart/2005/8/layout/hierarchy2"/>
    <dgm:cxn modelId="{8CAD435F-D30E-4C85-BBC3-9511E000A3EB}" type="presOf" srcId="{1C2A9705-19E4-464F-9CA9-3FF2DBE062A9}" destId="{148B0C73-ED4A-45F1-ADC0-B74F138E65F4}" srcOrd="1" destOrd="0" presId="urn:microsoft.com/office/officeart/2005/8/layout/hierarchy2"/>
    <dgm:cxn modelId="{9CF4FF62-0DEE-4944-9A8E-30DF80A7A161}" type="presOf" srcId="{0D417342-261A-4AF6-BF6B-82BB5FA9A9CE}" destId="{F23B98F4-E6CF-4340-87AE-D6B45DEFD654}" srcOrd="0" destOrd="0" presId="urn:microsoft.com/office/officeart/2005/8/layout/hierarchy2"/>
    <dgm:cxn modelId="{66EC1543-4313-4B1D-898E-0AC609D77898}" type="presOf" srcId="{38F2AC90-96A0-429E-BBE6-D13EC109F6AA}" destId="{BABA857C-7273-4257-B1B9-26539F414293}" srcOrd="0" destOrd="0" presId="urn:microsoft.com/office/officeart/2005/8/layout/hierarchy2"/>
    <dgm:cxn modelId="{4C062B45-696C-4CAF-862A-E1233C4FE245}" type="presOf" srcId="{73C0A2F2-4220-45D6-AF87-32048DD0361D}" destId="{C08AD433-6FDF-4890-B165-45F8FE768FAB}" srcOrd="0" destOrd="0" presId="urn:microsoft.com/office/officeart/2005/8/layout/hierarchy2"/>
    <dgm:cxn modelId="{F793FF6A-8E21-4CF9-BCDA-6BBFF7E97838}" type="presOf" srcId="{69BED7D5-F3D2-4C89-820F-8F39FCC4E004}" destId="{8F35F557-19AA-4EBA-95D7-C18937C2193A}" srcOrd="0" destOrd="0" presId="urn:microsoft.com/office/officeart/2005/8/layout/hierarchy2"/>
    <dgm:cxn modelId="{1C6B194E-47E2-4483-A92B-740A09C9F366}" srcId="{0D417342-261A-4AF6-BF6B-82BB5FA9A9CE}" destId="{1E77907B-523B-4D56-BBA7-5A9D1A175CD2}" srcOrd="0" destOrd="0" parTransId="{1C2A9705-19E4-464F-9CA9-3FF2DBE062A9}" sibTransId="{F7CD0B08-DC8C-492C-838C-34A97EDBC808}"/>
    <dgm:cxn modelId="{6BA94273-9BBC-408D-B980-C848BB210A8E}" type="presOf" srcId="{D7155B30-193F-4F4F-BC10-FDDFC38D727E}" destId="{9E2F4EE8-7053-4E6A-BCBC-22CCC38B8BA8}" srcOrd="0" destOrd="0" presId="urn:microsoft.com/office/officeart/2005/8/layout/hierarchy2"/>
    <dgm:cxn modelId="{9D69C254-774B-4D7A-A1AF-34BB6D0361F7}" srcId="{D7155B30-193F-4F4F-BC10-FDDFC38D727E}" destId="{0D417342-261A-4AF6-BF6B-82BB5FA9A9CE}" srcOrd="1" destOrd="0" parTransId="{E4732BC4-1EC0-483D-94D5-BD8C896D7A95}" sibTransId="{87E85AE3-AD92-477F-BC2D-95909BFB9F43}"/>
    <dgm:cxn modelId="{39650376-C904-44A8-829C-45B8D16D088E}" type="presOf" srcId="{D9D09446-EC3C-4B5E-9ECA-C9E7F4C1B414}" destId="{4AD86B41-A51E-4AF3-8ED0-DAFD27D92B5B}" srcOrd="0" destOrd="0" presId="urn:microsoft.com/office/officeart/2005/8/layout/hierarchy2"/>
    <dgm:cxn modelId="{349ED579-B16B-4959-A716-B92CC0D0EE33}" srcId="{8FB00201-15AC-4AD4-ACA2-74A91E0C21A6}" destId="{62CCF211-1097-41B5-A3F9-F47127AE8928}" srcOrd="0" destOrd="0" parTransId="{9FC59FE1-18E7-4903-ACCB-DDE28F8159B8}" sibTransId="{79415E5E-4939-4465-BDC4-D421E980DBEA}"/>
    <dgm:cxn modelId="{4665C87E-950D-4CD5-9394-138F4241F762}" type="presOf" srcId="{DE6D4676-3A79-4622-91A7-05102952ABDE}" destId="{3E11D593-ABA3-4358-9501-ADEBA9CB4019}" srcOrd="1" destOrd="0" presId="urn:microsoft.com/office/officeart/2005/8/layout/hierarchy2"/>
    <dgm:cxn modelId="{72670C97-41AA-4EE9-9D18-218F73640E9B}" srcId="{62CCF211-1097-41B5-A3F9-F47127AE8928}" destId="{D7155B30-193F-4F4F-BC10-FDDFC38D727E}" srcOrd="0" destOrd="0" parTransId="{69BED7D5-F3D2-4C89-820F-8F39FCC4E004}" sibTransId="{DC0A3D96-A5FA-4DF0-B645-2DEB282A1E3D}"/>
    <dgm:cxn modelId="{C473E697-7CAB-42D8-9075-0AFEFDE9CA61}" type="presOf" srcId="{45097774-D1D4-47C1-8718-F80EB61F92DB}" destId="{CFDDDCDC-B151-4B43-B3F3-C11F6A423393}" srcOrd="1" destOrd="0" presId="urn:microsoft.com/office/officeart/2005/8/layout/hierarchy2"/>
    <dgm:cxn modelId="{4BA83B9E-6EB2-4D87-BB20-2BCB410A63EE}" srcId="{0D417342-261A-4AF6-BF6B-82BB5FA9A9CE}" destId="{3D698D4F-97F9-41E5-A3BD-4D6FA620325E}" srcOrd="1" destOrd="0" parTransId="{DE6D4676-3A79-4622-91A7-05102952ABDE}" sibTransId="{95898882-7F7F-4649-B579-24138691C962}"/>
    <dgm:cxn modelId="{F845BEC1-40C0-4B76-8B4E-EF9C5A6802A4}" type="presOf" srcId="{69BED7D5-F3D2-4C89-820F-8F39FCC4E004}" destId="{A7244196-C7DE-4D2F-A217-27A268A1A604}" srcOrd="1" destOrd="0" presId="urn:microsoft.com/office/officeart/2005/8/layout/hierarchy2"/>
    <dgm:cxn modelId="{69FC9BC8-FCBD-4FEF-AAB3-6D1B92FF85E9}" type="presOf" srcId="{8FB00201-15AC-4AD4-ACA2-74A91E0C21A6}" destId="{26A8AD93-3791-4A76-8BCC-AC3F06BA6073}" srcOrd="0" destOrd="0" presId="urn:microsoft.com/office/officeart/2005/8/layout/hierarchy2"/>
    <dgm:cxn modelId="{8BC20FD1-5604-431E-BD6D-116970DECB1F}" srcId="{73C0A2F2-4220-45D6-AF87-32048DD0361D}" destId="{0C03B368-2107-4805-8493-354045C975BF}" srcOrd="1" destOrd="0" parTransId="{D9D09446-EC3C-4B5E-9ECA-C9E7F4C1B414}" sibTransId="{410468C3-ABF2-4509-942B-4F13B26F859F}"/>
    <dgm:cxn modelId="{BC1C08DA-2F21-4009-A0B2-E181BF7C002A}" type="presOf" srcId="{1E77907B-523B-4D56-BBA7-5A9D1A175CD2}" destId="{75EB20B3-C4D5-481E-935E-15E38E384D10}" srcOrd="0" destOrd="0" presId="urn:microsoft.com/office/officeart/2005/8/layout/hierarchy2"/>
    <dgm:cxn modelId="{024C88DE-C2C2-4F63-A513-52723C4D7CB6}" type="presOf" srcId="{1C2A9705-19E4-464F-9CA9-3FF2DBE062A9}" destId="{79ED08A5-3869-4FF1-9454-410ED337AEDD}" srcOrd="0" destOrd="0" presId="urn:microsoft.com/office/officeart/2005/8/layout/hierarchy2"/>
    <dgm:cxn modelId="{88092AE1-C47E-43CB-82F4-2E80FC4F10F3}" type="presOf" srcId="{DE6D4676-3A79-4622-91A7-05102952ABDE}" destId="{A1F0CC47-F072-4C0A-B234-93C0D64107F6}" srcOrd="0" destOrd="0" presId="urn:microsoft.com/office/officeart/2005/8/layout/hierarchy2"/>
    <dgm:cxn modelId="{B299BEE2-615A-47EF-872B-77ED1E2CE6AC}" type="presOf" srcId="{E4732BC4-1EC0-483D-94D5-BD8C896D7A95}" destId="{9BBB761A-3D34-4E58-B2D2-B16678513D6C}" srcOrd="0" destOrd="0" presId="urn:microsoft.com/office/officeart/2005/8/layout/hierarchy2"/>
    <dgm:cxn modelId="{93ED13E9-84FA-4E92-9B5C-8A7423EC0D96}" type="presOf" srcId="{E4732BC4-1EC0-483D-94D5-BD8C896D7A95}" destId="{FF7F19B7-2714-4A51-88EE-0C5EBBE694C5}" srcOrd="1" destOrd="0" presId="urn:microsoft.com/office/officeart/2005/8/layout/hierarchy2"/>
    <dgm:cxn modelId="{10260BF2-497F-45A9-886C-E7A1EB91FAEC}" type="presOf" srcId="{7A7B36DD-290F-476A-884C-6B0C1B3E6E1B}" destId="{32D40512-03DF-4D82-8986-1E8A8EAAF93D}" srcOrd="0" destOrd="0" presId="urn:microsoft.com/office/officeart/2005/8/layout/hierarchy2"/>
    <dgm:cxn modelId="{1AEAA2FA-467E-4793-A971-50DA6D808534}" type="presOf" srcId="{D9D09446-EC3C-4B5E-9ECA-C9E7F4C1B414}" destId="{1F4AB664-041D-4E19-BD19-050301C2A56C}" srcOrd="1" destOrd="0" presId="urn:microsoft.com/office/officeart/2005/8/layout/hierarchy2"/>
    <dgm:cxn modelId="{378BD471-F74F-4DE8-8C6F-160C375347D1}" type="presParOf" srcId="{26A8AD93-3791-4A76-8BCC-AC3F06BA6073}" destId="{FC10692B-6286-49EB-B2A9-894D85C78B4D}" srcOrd="0" destOrd="0" presId="urn:microsoft.com/office/officeart/2005/8/layout/hierarchy2"/>
    <dgm:cxn modelId="{EC0B3FE6-2E7C-4C50-94BC-EDC3AA17FE48}" type="presParOf" srcId="{FC10692B-6286-49EB-B2A9-894D85C78B4D}" destId="{0E3308C0-AA2F-4CD4-B3F7-DB6DEA680850}" srcOrd="0" destOrd="0" presId="urn:microsoft.com/office/officeart/2005/8/layout/hierarchy2"/>
    <dgm:cxn modelId="{C68F0C79-CDD2-4349-B66A-55100B7108E5}" type="presParOf" srcId="{FC10692B-6286-49EB-B2A9-894D85C78B4D}" destId="{16AA0BA5-0E08-42F4-A2F7-8C078B9D1966}" srcOrd="1" destOrd="0" presId="urn:microsoft.com/office/officeart/2005/8/layout/hierarchy2"/>
    <dgm:cxn modelId="{BFE38A1E-3B1F-4D21-8D2B-79BD1E79DDE6}" type="presParOf" srcId="{16AA0BA5-0E08-42F4-A2F7-8C078B9D1966}" destId="{8F35F557-19AA-4EBA-95D7-C18937C2193A}" srcOrd="0" destOrd="0" presId="urn:microsoft.com/office/officeart/2005/8/layout/hierarchy2"/>
    <dgm:cxn modelId="{AADF5D14-BB8F-4D6C-BAB2-117C6EB5B59D}" type="presParOf" srcId="{8F35F557-19AA-4EBA-95D7-C18937C2193A}" destId="{A7244196-C7DE-4D2F-A217-27A268A1A604}" srcOrd="0" destOrd="0" presId="urn:microsoft.com/office/officeart/2005/8/layout/hierarchy2"/>
    <dgm:cxn modelId="{3470B928-FCEB-4747-A23D-2CBF02FAF821}" type="presParOf" srcId="{16AA0BA5-0E08-42F4-A2F7-8C078B9D1966}" destId="{5CA3CA8F-6A66-4E68-9C18-67559B879DCB}" srcOrd="1" destOrd="0" presId="urn:microsoft.com/office/officeart/2005/8/layout/hierarchy2"/>
    <dgm:cxn modelId="{1FFBC428-E2C1-4603-8BFB-EDA3D18E1FD5}" type="presParOf" srcId="{5CA3CA8F-6A66-4E68-9C18-67559B879DCB}" destId="{9E2F4EE8-7053-4E6A-BCBC-22CCC38B8BA8}" srcOrd="0" destOrd="0" presId="urn:microsoft.com/office/officeart/2005/8/layout/hierarchy2"/>
    <dgm:cxn modelId="{05427241-E743-405D-A56B-A9CDB5460673}" type="presParOf" srcId="{5CA3CA8F-6A66-4E68-9C18-67559B879DCB}" destId="{E12CCDE2-EDB6-4213-BC01-FF61DF55EC6C}" srcOrd="1" destOrd="0" presId="urn:microsoft.com/office/officeart/2005/8/layout/hierarchy2"/>
    <dgm:cxn modelId="{73BE4990-8A01-408D-8620-BB1AE64CE002}" type="presParOf" srcId="{E12CCDE2-EDB6-4213-BC01-FF61DF55EC6C}" destId="{2AA0FF4F-A2B3-419E-B2E7-17096B98F2BB}" srcOrd="0" destOrd="0" presId="urn:microsoft.com/office/officeart/2005/8/layout/hierarchy2"/>
    <dgm:cxn modelId="{1B140184-545B-4504-A52E-69153FB89B65}" type="presParOf" srcId="{2AA0FF4F-A2B3-419E-B2E7-17096B98F2BB}" destId="{CFDDDCDC-B151-4B43-B3F3-C11F6A423393}" srcOrd="0" destOrd="0" presId="urn:microsoft.com/office/officeart/2005/8/layout/hierarchy2"/>
    <dgm:cxn modelId="{AD6AE9E9-7B05-4C1B-A00B-CFF6E60B53B1}" type="presParOf" srcId="{E12CCDE2-EDB6-4213-BC01-FF61DF55EC6C}" destId="{394451BA-8995-4357-BCD4-C17B79AEC866}" srcOrd="1" destOrd="0" presId="urn:microsoft.com/office/officeart/2005/8/layout/hierarchy2"/>
    <dgm:cxn modelId="{7183D034-E37D-42FA-A30A-514BFF823DEF}" type="presParOf" srcId="{394451BA-8995-4357-BCD4-C17B79AEC866}" destId="{C08AD433-6FDF-4890-B165-45F8FE768FAB}" srcOrd="0" destOrd="0" presId="urn:microsoft.com/office/officeart/2005/8/layout/hierarchy2"/>
    <dgm:cxn modelId="{0B6F6F43-B0F5-45B8-AEA5-F5F374A80E8C}" type="presParOf" srcId="{394451BA-8995-4357-BCD4-C17B79AEC866}" destId="{5E489F11-F877-4BCE-9870-34CB2F31FEC5}" srcOrd="1" destOrd="0" presId="urn:microsoft.com/office/officeart/2005/8/layout/hierarchy2"/>
    <dgm:cxn modelId="{EADE995F-BA27-4F1D-BBD7-1162ABBC97C7}" type="presParOf" srcId="{5E489F11-F877-4BCE-9870-34CB2F31FEC5}" destId="{BABA857C-7273-4257-B1B9-26539F414293}" srcOrd="0" destOrd="0" presId="urn:microsoft.com/office/officeart/2005/8/layout/hierarchy2"/>
    <dgm:cxn modelId="{5A3512AD-7DBD-44FC-921B-85C197DD4E2B}" type="presParOf" srcId="{BABA857C-7273-4257-B1B9-26539F414293}" destId="{43635B91-5971-4FD4-8365-B81CAA84B981}" srcOrd="0" destOrd="0" presId="urn:microsoft.com/office/officeart/2005/8/layout/hierarchy2"/>
    <dgm:cxn modelId="{7BBEBFB2-4A7C-4C7D-834D-FA1E9F1C40E0}" type="presParOf" srcId="{5E489F11-F877-4BCE-9870-34CB2F31FEC5}" destId="{DF09E7E8-338D-4B1A-BD18-F3DF2B53E5CC}" srcOrd="1" destOrd="0" presId="urn:microsoft.com/office/officeart/2005/8/layout/hierarchy2"/>
    <dgm:cxn modelId="{8207888E-E264-42E5-8EBE-C832B70469BF}" type="presParOf" srcId="{DF09E7E8-338D-4B1A-BD18-F3DF2B53E5CC}" destId="{32D40512-03DF-4D82-8986-1E8A8EAAF93D}" srcOrd="0" destOrd="0" presId="urn:microsoft.com/office/officeart/2005/8/layout/hierarchy2"/>
    <dgm:cxn modelId="{2FBACE3E-7B11-479E-AEC5-8CD86A6EFAFD}" type="presParOf" srcId="{DF09E7E8-338D-4B1A-BD18-F3DF2B53E5CC}" destId="{7C27FDB0-8867-42C0-A6CA-BE0CC06C605D}" srcOrd="1" destOrd="0" presId="urn:microsoft.com/office/officeart/2005/8/layout/hierarchy2"/>
    <dgm:cxn modelId="{0F581701-DECA-44B4-A3C8-8B029559C3D6}" type="presParOf" srcId="{5E489F11-F877-4BCE-9870-34CB2F31FEC5}" destId="{4AD86B41-A51E-4AF3-8ED0-DAFD27D92B5B}" srcOrd="2" destOrd="0" presId="urn:microsoft.com/office/officeart/2005/8/layout/hierarchy2"/>
    <dgm:cxn modelId="{80675DF7-64B8-4921-BC62-1C062BD3BF45}" type="presParOf" srcId="{4AD86B41-A51E-4AF3-8ED0-DAFD27D92B5B}" destId="{1F4AB664-041D-4E19-BD19-050301C2A56C}" srcOrd="0" destOrd="0" presId="urn:microsoft.com/office/officeart/2005/8/layout/hierarchy2"/>
    <dgm:cxn modelId="{A0BC7D2C-4DEF-484D-BB89-9B7AA302522A}" type="presParOf" srcId="{5E489F11-F877-4BCE-9870-34CB2F31FEC5}" destId="{CD4D33A5-A560-4162-B3BF-B1010106BF55}" srcOrd="3" destOrd="0" presId="urn:microsoft.com/office/officeart/2005/8/layout/hierarchy2"/>
    <dgm:cxn modelId="{CC8D794E-42D5-485D-8F49-802BAEC24EAA}" type="presParOf" srcId="{CD4D33A5-A560-4162-B3BF-B1010106BF55}" destId="{B998BFAC-1695-431F-8AF7-C79419E44844}" srcOrd="0" destOrd="0" presId="urn:microsoft.com/office/officeart/2005/8/layout/hierarchy2"/>
    <dgm:cxn modelId="{4A842B0F-DB31-4A26-B080-5D29A245D703}" type="presParOf" srcId="{CD4D33A5-A560-4162-B3BF-B1010106BF55}" destId="{BAF7428C-5C55-4BA2-A413-EFD73BB7AD60}" srcOrd="1" destOrd="0" presId="urn:microsoft.com/office/officeart/2005/8/layout/hierarchy2"/>
    <dgm:cxn modelId="{B92AA3D6-AE11-44BF-90D5-74F379BC0232}" type="presParOf" srcId="{E12CCDE2-EDB6-4213-BC01-FF61DF55EC6C}" destId="{9BBB761A-3D34-4E58-B2D2-B16678513D6C}" srcOrd="2" destOrd="0" presId="urn:microsoft.com/office/officeart/2005/8/layout/hierarchy2"/>
    <dgm:cxn modelId="{AFC897C1-A63B-4CB3-99F6-FB01B2D3721A}" type="presParOf" srcId="{9BBB761A-3D34-4E58-B2D2-B16678513D6C}" destId="{FF7F19B7-2714-4A51-88EE-0C5EBBE694C5}" srcOrd="0" destOrd="0" presId="urn:microsoft.com/office/officeart/2005/8/layout/hierarchy2"/>
    <dgm:cxn modelId="{A02B1DEF-BB0D-4C36-9A05-275A3D1ECCD9}" type="presParOf" srcId="{E12CCDE2-EDB6-4213-BC01-FF61DF55EC6C}" destId="{83F0FEA5-0FBD-4415-BFF5-9496FBE52981}" srcOrd="3" destOrd="0" presId="urn:microsoft.com/office/officeart/2005/8/layout/hierarchy2"/>
    <dgm:cxn modelId="{018C7A6A-6724-4B38-AA50-5D6D40CF88B0}" type="presParOf" srcId="{83F0FEA5-0FBD-4415-BFF5-9496FBE52981}" destId="{F23B98F4-E6CF-4340-87AE-D6B45DEFD654}" srcOrd="0" destOrd="0" presId="urn:microsoft.com/office/officeart/2005/8/layout/hierarchy2"/>
    <dgm:cxn modelId="{98327C53-1362-4C0F-8164-6B7162C9B990}" type="presParOf" srcId="{83F0FEA5-0FBD-4415-BFF5-9496FBE52981}" destId="{114FCECE-1E29-4951-8756-F56D54C7BD10}" srcOrd="1" destOrd="0" presId="urn:microsoft.com/office/officeart/2005/8/layout/hierarchy2"/>
    <dgm:cxn modelId="{1A5CFF8B-D901-4A92-8CB4-B40D7524C8C9}" type="presParOf" srcId="{114FCECE-1E29-4951-8756-F56D54C7BD10}" destId="{79ED08A5-3869-4FF1-9454-410ED337AEDD}" srcOrd="0" destOrd="0" presId="urn:microsoft.com/office/officeart/2005/8/layout/hierarchy2"/>
    <dgm:cxn modelId="{FDCBC790-80D2-4C83-933A-BBE7C5A9A2F1}" type="presParOf" srcId="{79ED08A5-3869-4FF1-9454-410ED337AEDD}" destId="{148B0C73-ED4A-45F1-ADC0-B74F138E65F4}" srcOrd="0" destOrd="0" presId="urn:microsoft.com/office/officeart/2005/8/layout/hierarchy2"/>
    <dgm:cxn modelId="{FB8ABE60-BF70-4ACC-8452-63FC6CAFC86F}" type="presParOf" srcId="{114FCECE-1E29-4951-8756-F56D54C7BD10}" destId="{85A563F3-2BB3-434C-A515-9BDFD8648B1B}" srcOrd="1" destOrd="0" presId="urn:microsoft.com/office/officeart/2005/8/layout/hierarchy2"/>
    <dgm:cxn modelId="{5C4EBA17-1790-4FE7-815B-3C05112F04B2}" type="presParOf" srcId="{85A563F3-2BB3-434C-A515-9BDFD8648B1B}" destId="{75EB20B3-C4D5-481E-935E-15E38E384D10}" srcOrd="0" destOrd="0" presId="urn:microsoft.com/office/officeart/2005/8/layout/hierarchy2"/>
    <dgm:cxn modelId="{FC757ED5-7159-4F6D-90F4-893A81CF61DD}" type="presParOf" srcId="{85A563F3-2BB3-434C-A515-9BDFD8648B1B}" destId="{E969D3C3-48A6-4F0F-AB8C-01CA48E54CE4}" srcOrd="1" destOrd="0" presId="urn:microsoft.com/office/officeart/2005/8/layout/hierarchy2"/>
    <dgm:cxn modelId="{B8478A8A-C508-4132-91E0-6EBB12497A77}" type="presParOf" srcId="{114FCECE-1E29-4951-8756-F56D54C7BD10}" destId="{A1F0CC47-F072-4C0A-B234-93C0D64107F6}" srcOrd="2" destOrd="0" presId="urn:microsoft.com/office/officeart/2005/8/layout/hierarchy2"/>
    <dgm:cxn modelId="{9FF89C66-2616-4293-B9DD-62562CE8F745}" type="presParOf" srcId="{A1F0CC47-F072-4C0A-B234-93C0D64107F6}" destId="{3E11D593-ABA3-4358-9501-ADEBA9CB4019}" srcOrd="0" destOrd="0" presId="urn:microsoft.com/office/officeart/2005/8/layout/hierarchy2"/>
    <dgm:cxn modelId="{AAE5B2CC-E394-4C66-8FF2-CED648B080D3}" type="presParOf" srcId="{114FCECE-1E29-4951-8756-F56D54C7BD10}" destId="{A2823881-363E-47C1-B37B-3CF58EE29310}" srcOrd="3" destOrd="0" presId="urn:microsoft.com/office/officeart/2005/8/layout/hierarchy2"/>
    <dgm:cxn modelId="{5A65275C-1479-4316-9EE8-D398CD3A26DA}" type="presParOf" srcId="{A2823881-363E-47C1-B37B-3CF58EE29310}" destId="{0268FB6E-7222-4338-AD17-C72BCC8F9099}" srcOrd="0" destOrd="0" presId="urn:microsoft.com/office/officeart/2005/8/layout/hierarchy2"/>
    <dgm:cxn modelId="{D3883A9C-3B04-4AB9-9DFC-5B13B4B5F20F}" type="presParOf" srcId="{A2823881-363E-47C1-B37B-3CF58EE29310}" destId="{DEF9D980-DD83-4569-B02B-E8D51A38393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B00201-15AC-4AD4-ACA2-74A91E0C21A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2CCF211-1097-41B5-A3F9-F47127AE8928}">
      <dgm:prSet phldrT="[Text]" custT="1"/>
      <dgm:spPr>
        <a:solidFill>
          <a:srgbClr val="CC331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latin typeface="Calibri"/>
              <a:ea typeface="Calibri"/>
              <a:cs typeface="Calibri"/>
            </a:rPr>
            <a:t>Wildfire</a:t>
          </a:r>
          <a:endParaRPr lang="en-GB" sz="1800" b="1">
            <a:latin typeface="Calibri"/>
            <a:ea typeface="Calibri"/>
            <a:cs typeface="Calibri"/>
          </a:endParaRPr>
        </a:p>
      </dgm:t>
    </dgm:pt>
    <dgm:pt modelId="{9FC59FE1-18E7-4903-ACCB-DDE28F8159B8}" type="parTrans" cxnId="{349ED579-B16B-4959-A716-B92CC0D0EE33}">
      <dgm:prSet/>
      <dgm:spPr/>
      <dgm:t>
        <a:bodyPr/>
        <a:lstStyle/>
        <a:p>
          <a:endParaRPr lang="en-GB"/>
        </a:p>
      </dgm:t>
    </dgm:pt>
    <dgm:pt modelId="{79415E5E-4939-4465-BDC4-D421E980DBEA}" type="sibTrans" cxnId="{349ED579-B16B-4959-A716-B92CC0D0EE33}">
      <dgm:prSet/>
      <dgm:spPr/>
      <dgm:t>
        <a:bodyPr/>
        <a:lstStyle/>
        <a:p>
          <a:endParaRPr lang="en-GB"/>
        </a:p>
      </dgm:t>
    </dgm:pt>
    <dgm:pt modelId="{0D417342-261A-4AF6-BF6B-82BB5FA9A9CE}">
      <dgm:prSet phldrT="[Text]" custT="1"/>
      <dgm:spPr>
        <a:solidFill>
          <a:srgbClr val="33A02C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>
            <a:solidFill>
              <a:schemeClr val="bg1"/>
            </a:solidFill>
            <a:latin typeface="Calibri"/>
            <a:ea typeface="Calibri"/>
            <a:cs typeface="Calibri"/>
          </a:endParaRPr>
        </a:p>
      </dgm:t>
    </dgm:pt>
    <dgm:pt modelId="{E4732BC4-1EC0-483D-94D5-BD8C896D7A95}" type="parTrans" cxnId="{9D69C254-774B-4D7A-A1AF-34BB6D0361F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87E85AE3-AD92-477F-BC2D-95909BFB9F43}" type="sibTrans" cxnId="{9D69C254-774B-4D7A-A1AF-34BB6D0361F7}">
      <dgm:prSet/>
      <dgm:spPr/>
      <dgm:t>
        <a:bodyPr/>
        <a:lstStyle/>
        <a:p>
          <a:endParaRPr lang="en-GB"/>
        </a:p>
      </dgm:t>
    </dgm:pt>
    <dgm:pt modelId="{1E77907B-523B-4D56-BBA7-5A9D1A175CD2}">
      <dgm:prSet phldrT="[Text]" custT="1"/>
      <dgm:spPr>
        <a:solidFill>
          <a:srgbClr val="B2DF8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1C2A9705-19E4-464F-9CA9-3FF2DBE062A9}" type="parTrans" cxnId="{1C6B194E-47E2-4483-A92B-740A09C9F36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F7CD0B08-DC8C-492C-838C-34A97EDBC808}" type="sibTrans" cxnId="{1C6B194E-47E2-4483-A92B-740A09C9F366}">
      <dgm:prSet/>
      <dgm:spPr/>
      <dgm:t>
        <a:bodyPr/>
        <a:lstStyle/>
        <a:p>
          <a:endParaRPr lang="en-GB"/>
        </a:p>
      </dgm:t>
    </dgm:pt>
    <dgm:pt modelId="{3D698D4F-97F9-41E5-A3BD-4D6FA620325E}">
      <dgm:prSet phldrT="[Text]" custT="1"/>
      <dgm:spPr>
        <a:solidFill>
          <a:srgbClr val="B2DF8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E6D4676-3A79-4622-91A7-05102952ABDE}" type="parTrans" cxnId="{4BA83B9E-6EB2-4D87-BB20-2BCB410A63E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95898882-7F7F-4649-B579-24138691C962}" type="sibTrans" cxnId="{4BA83B9E-6EB2-4D87-BB20-2BCB410A63EE}">
      <dgm:prSet/>
      <dgm:spPr/>
      <dgm:t>
        <a:bodyPr/>
        <a:lstStyle/>
        <a:p>
          <a:endParaRPr lang="en-GB"/>
        </a:p>
      </dgm:t>
    </dgm:pt>
    <dgm:pt modelId="{D7155B30-193F-4F4F-BC10-FDDFC38D727E}">
      <dgm:prSet phldrT="[Text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69BED7D5-F3D2-4C89-820F-8F39FCC4E004}" type="parTrans" cxnId="{72670C97-41AA-4EE9-9D18-218F73640E9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DC0A3D96-A5FA-4DF0-B645-2DEB282A1E3D}" type="sibTrans" cxnId="{72670C97-41AA-4EE9-9D18-218F73640E9B}">
      <dgm:prSet/>
      <dgm:spPr/>
      <dgm:t>
        <a:bodyPr/>
        <a:lstStyle/>
        <a:p>
          <a:endParaRPr lang="en-GB"/>
        </a:p>
      </dgm:t>
    </dgm:pt>
    <dgm:pt modelId="{73C0A2F2-4220-45D6-AF87-32048DD0361D}">
      <dgm:prSet phldrT="[Text]" custT="1"/>
      <dgm:spPr>
        <a:solidFill>
          <a:srgbClr val="1F78B4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5097774-D1D4-47C1-8718-F80EB61F92DB}" type="parTrans" cxnId="{56F7ED0F-21A0-461F-9B74-8F945480381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81FA5B02-9140-480A-A3DC-8DFDBD4341C6}" type="sibTrans" cxnId="{56F7ED0F-21A0-461F-9B74-8F9454803810}">
      <dgm:prSet/>
      <dgm:spPr/>
      <dgm:t>
        <a:bodyPr/>
        <a:lstStyle/>
        <a:p>
          <a:endParaRPr lang="en-GB"/>
        </a:p>
      </dgm:t>
    </dgm:pt>
    <dgm:pt modelId="{7A7B36DD-290F-476A-884C-6B0C1B3E6E1B}">
      <dgm:prSet phldrT="[Text]" custT="1"/>
      <dgm:spPr>
        <a:solidFill>
          <a:srgbClr val="A6CEE3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8F2AC90-96A0-429E-BBE6-D13EC109F6AA}" type="parTrans" cxnId="{73B7ED19-BDAC-42F8-B76F-4522AD20990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6F58B2F6-2E43-4966-84B2-1B519DAAB803}" type="sibTrans" cxnId="{73B7ED19-BDAC-42F8-B76F-4522AD20990B}">
      <dgm:prSet/>
      <dgm:spPr/>
      <dgm:t>
        <a:bodyPr/>
        <a:lstStyle/>
        <a:p>
          <a:endParaRPr lang="en-GB"/>
        </a:p>
      </dgm:t>
    </dgm:pt>
    <dgm:pt modelId="{0C03B368-2107-4805-8493-354045C975BF}">
      <dgm:prSet phldrT="[Text]" custT="1"/>
      <dgm:spPr>
        <a:solidFill>
          <a:srgbClr val="A6CEE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9D09446-EC3C-4B5E-9ECA-C9E7F4C1B414}" type="parTrans" cxnId="{8BC20FD1-5604-431E-BD6D-116970DECB1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410468C3-ABF2-4509-942B-4F13B26F859F}" type="sibTrans" cxnId="{8BC20FD1-5604-431E-BD6D-116970DECB1F}">
      <dgm:prSet/>
      <dgm:spPr/>
      <dgm:t>
        <a:bodyPr/>
        <a:lstStyle/>
        <a:p>
          <a:endParaRPr lang="en-GB"/>
        </a:p>
      </dgm:t>
    </dgm:pt>
    <dgm:pt modelId="{F427470D-376C-4F66-950A-A7F26D5A91C2}" type="pres">
      <dgm:prSet presAssocID="{8FB00201-15AC-4AD4-ACA2-74A91E0C21A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D529301-5DBB-4645-A62C-52BA984CEC2C}" type="pres">
      <dgm:prSet presAssocID="{62CCF211-1097-41B5-A3F9-F47127AE8928}" presName="root1" presStyleCnt="0"/>
      <dgm:spPr/>
    </dgm:pt>
    <dgm:pt modelId="{4CDFE959-EA13-45E9-BF5B-D161383CF944}" type="pres">
      <dgm:prSet presAssocID="{62CCF211-1097-41B5-A3F9-F47127AE8928}" presName="LevelOneTextNode" presStyleLbl="node0" presStyleIdx="0" presStyleCnt="1" custScaleX="164168" custScaleY="143686" custLinFactNeighborX="3799">
        <dgm:presLayoutVars>
          <dgm:chPref val="3"/>
        </dgm:presLayoutVars>
      </dgm:prSet>
      <dgm:spPr>
        <a:prstGeom prst="ellipse">
          <a:avLst/>
        </a:prstGeom>
      </dgm:spPr>
    </dgm:pt>
    <dgm:pt modelId="{9481AE94-5148-44A5-8C31-64414FBD5E09}" type="pres">
      <dgm:prSet presAssocID="{62CCF211-1097-41B5-A3F9-F47127AE8928}" presName="level2hierChild" presStyleCnt="0"/>
      <dgm:spPr/>
    </dgm:pt>
    <dgm:pt modelId="{D910E476-DD86-401C-BC38-B1707AA00F36}" type="pres">
      <dgm:prSet presAssocID="{69BED7D5-F3D2-4C89-820F-8F39FCC4E004}" presName="conn2-1" presStyleLbl="parChTrans1D2" presStyleIdx="0" presStyleCnt="1" custScaleX="2000000" custScaleY="2000000"/>
      <dgm:spPr/>
    </dgm:pt>
    <dgm:pt modelId="{0ACA45BF-9143-4B7E-ADA2-31E493F947EE}" type="pres">
      <dgm:prSet presAssocID="{69BED7D5-F3D2-4C89-820F-8F39FCC4E004}" presName="connTx" presStyleLbl="parChTrans1D2" presStyleIdx="0" presStyleCnt="1"/>
      <dgm:spPr/>
    </dgm:pt>
    <dgm:pt modelId="{E4685E55-BD6B-4338-84D8-07B765ECF15B}" type="pres">
      <dgm:prSet presAssocID="{D7155B30-193F-4F4F-BC10-FDDFC38D727E}" presName="root2" presStyleCnt="0"/>
      <dgm:spPr/>
    </dgm:pt>
    <dgm:pt modelId="{8BB0B321-0719-4757-A207-181CABC739E0}" type="pres">
      <dgm:prSet presAssocID="{D7155B30-193F-4F4F-BC10-FDDFC38D727E}" presName="LevelTwoTextNode" presStyleLbl="node2" presStyleIdx="0" presStyleCnt="1" custScaleX="164168" custScaleY="143686" custLinFactNeighborX="5916">
        <dgm:presLayoutVars>
          <dgm:chPref val="3"/>
        </dgm:presLayoutVars>
      </dgm:prSet>
      <dgm:spPr>
        <a:prstGeom prst="flowChartConnector">
          <a:avLst/>
        </a:prstGeom>
      </dgm:spPr>
    </dgm:pt>
    <dgm:pt modelId="{2A968715-130D-4DA0-A508-A0C94E516FF2}" type="pres">
      <dgm:prSet presAssocID="{D7155B30-193F-4F4F-BC10-FDDFC38D727E}" presName="level3hierChild" presStyleCnt="0"/>
      <dgm:spPr/>
    </dgm:pt>
    <dgm:pt modelId="{B7AC1B86-9DF9-4DD4-99B2-81663F6C9FDA}" type="pres">
      <dgm:prSet presAssocID="{45097774-D1D4-47C1-8718-F80EB61F92DB}" presName="conn2-1" presStyleLbl="parChTrans1D3" presStyleIdx="0" presStyleCnt="2"/>
      <dgm:spPr/>
    </dgm:pt>
    <dgm:pt modelId="{25DDEC8A-678C-4DEE-ACE4-65223DFCE64A}" type="pres">
      <dgm:prSet presAssocID="{45097774-D1D4-47C1-8718-F80EB61F92DB}" presName="connTx" presStyleLbl="parChTrans1D3" presStyleIdx="0" presStyleCnt="2"/>
      <dgm:spPr/>
    </dgm:pt>
    <dgm:pt modelId="{C48AE6BA-F35A-4BC2-8D98-6F38415430C9}" type="pres">
      <dgm:prSet presAssocID="{73C0A2F2-4220-45D6-AF87-32048DD0361D}" presName="root2" presStyleCnt="0"/>
      <dgm:spPr/>
    </dgm:pt>
    <dgm:pt modelId="{099E7118-066B-4C47-AF3A-8F2B0DB2634A}" type="pres">
      <dgm:prSet presAssocID="{73C0A2F2-4220-45D6-AF87-32048DD0361D}" presName="LevelTwoTextNode" presStyleLbl="node3" presStyleIdx="0" presStyleCnt="2" custScaleX="164168" custScaleY="143686" custLinFactNeighborX="12244">
        <dgm:presLayoutVars>
          <dgm:chPref val="3"/>
        </dgm:presLayoutVars>
      </dgm:prSet>
      <dgm:spPr>
        <a:prstGeom prst="flowChartConnector">
          <a:avLst/>
        </a:prstGeom>
      </dgm:spPr>
    </dgm:pt>
    <dgm:pt modelId="{C75BD26A-ACFC-4100-AD53-E0CA85B3A6B1}" type="pres">
      <dgm:prSet presAssocID="{73C0A2F2-4220-45D6-AF87-32048DD0361D}" presName="level3hierChild" presStyleCnt="0"/>
      <dgm:spPr/>
    </dgm:pt>
    <dgm:pt modelId="{4DDBD462-F95C-4D37-BB1D-05D444DF55E0}" type="pres">
      <dgm:prSet presAssocID="{38F2AC90-96A0-429E-BBE6-D13EC109F6AA}" presName="conn2-1" presStyleLbl="parChTrans1D4" presStyleIdx="0" presStyleCnt="4" custScaleX="2000000" custScaleY="2000000"/>
      <dgm:spPr/>
    </dgm:pt>
    <dgm:pt modelId="{B309D0BC-6C93-488C-BE2A-A0364F414180}" type="pres">
      <dgm:prSet presAssocID="{38F2AC90-96A0-429E-BBE6-D13EC109F6AA}" presName="connTx" presStyleLbl="parChTrans1D4" presStyleIdx="0" presStyleCnt="4"/>
      <dgm:spPr/>
    </dgm:pt>
    <dgm:pt modelId="{070C3FC7-B8F4-4166-92DD-C9E7280A0682}" type="pres">
      <dgm:prSet presAssocID="{7A7B36DD-290F-476A-884C-6B0C1B3E6E1B}" presName="root2" presStyleCnt="0"/>
      <dgm:spPr/>
    </dgm:pt>
    <dgm:pt modelId="{AA9CA79D-B820-4D26-94B6-D865546228BD}" type="pres">
      <dgm:prSet presAssocID="{7A7B36DD-290F-476A-884C-6B0C1B3E6E1B}" presName="LevelTwoTextNode" presStyleLbl="node4" presStyleIdx="0" presStyleCnt="4" custScaleX="164168" custScaleY="143686" custLinFactNeighborX="16647">
        <dgm:presLayoutVars>
          <dgm:chPref val="3"/>
        </dgm:presLayoutVars>
      </dgm:prSet>
      <dgm:spPr>
        <a:prstGeom prst="flowChartConnector">
          <a:avLst/>
        </a:prstGeom>
      </dgm:spPr>
    </dgm:pt>
    <dgm:pt modelId="{235679F0-A701-4944-B0A9-1ED3A1C175EB}" type="pres">
      <dgm:prSet presAssocID="{7A7B36DD-290F-476A-884C-6B0C1B3E6E1B}" presName="level3hierChild" presStyleCnt="0"/>
      <dgm:spPr/>
    </dgm:pt>
    <dgm:pt modelId="{CC9C8DAB-D051-4CC2-93B7-808E9017EE9D}" type="pres">
      <dgm:prSet presAssocID="{D9D09446-EC3C-4B5E-9ECA-C9E7F4C1B414}" presName="conn2-1" presStyleLbl="parChTrans1D4" presStyleIdx="1" presStyleCnt="4"/>
      <dgm:spPr/>
    </dgm:pt>
    <dgm:pt modelId="{6D1F9A2B-6BCD-4F8B-B718-D35987CCAEC2}" type="pres">
      <dgm:prSet presAssocID="{D9D09446-EC3C-4B5E-9ECA-C9E7F4C1B414}" presName="connTx" presStyleLbl="parChTrans1D4" presStyleIdx="1" presStyleCnt="4"/>
      <dgm:spPr/>
    </dgm:pt>
    <dgm:pt modelId="{5189BC87-AED5-46F5-B499-82979BF87285}" type="pres">
      <dgm:prSet presAssocID="{0C03B368-2107-4805-8493-354045C975BF}" presName="root2" presStyleCnt="0"/>
      <dgm:spPr/>
    </dgm:pt>
    <dgm:pt modelId="{148144E9-31EA-431D-A2E5-5BFAED35298F}" type="pres">
      <dgm:prSet presAssocID="{0C03B368-2107-4805-8493-354045C975BF}" presName="LevelTwoTextNode" presStyleLbl="node4" presStyleIdx="1" presStyleCnt="4" custScaleX="164168" custScaleY="143686" custLinFactNeighborX="16647">
        <dgm:presLayoutVars>
          <dgm:chPref val="3"/>
        </dgm:presLayoutVars>
      </dgm:prSet>
      <dgm:spPr>
        <a:prstGeom prst="flowChartConnector">
          <a:avLst/>
        </a:prstGeom>
      </dgm:spPr>
    </dgm:pt>
    <dgm:pt modelId="{E33308F2-A4EC-4CC3-979F-CD4759441053}" type="pres">
      <dgm:prSet presAssocID="{0C03B368-2107-4805-8493-354045C975BF}" presName="level3hierChild" presStyleCnt="0"/>
      <dgm:spPr/>
    </dgm:pt>
    <dgm:pt modelId="{F69E8474-F0A7-4DF8-86EA-C0377F983DF3}" type="pres">
      <dgm:prSet presAssocID="{E4732BC4-1EC0-483D-94D5-BD8C896D7A95}" presName="conn2-1" presStyleLbl="parChTrans1D3" presStyleIdx="1" presStyleCnt="2" custScaleX="2000000" custScaleY="2000000"/>
      <dgm:spPr/>
    </dgm:pt>
    <dgm:pt modelId="{66E3DFAC-57F9-4C39-8E7E-A2C6FDA19494}" type="pres">
      <dgm:prSet presAssocID="{E4732BC4-1EC0-483D-94D5-BD8C896D7A95}" presName="connTx" presStyleLbl="parChTrans1D3" presStyleIdx="1" presStyleCnt="2"/>
      <dgm:spPr/>
    </dgm:pt>
    <dgm:pt modelId="{F64371ED-C6A3-4B12-8971-6687C383ECF0}" type="pres">
      <dgm:prSet presAssocID="{0D417342-261A-4AF6-BF6B-82BB5FA9A9CE}" presName="root2" presStyleCnt="0"/>
      <dgm:spPr/>
    </dgm:pt>
    <dgm:pt modelId="{C46C9E25-B108-48CB-AD31-328209FC25E6}" type="pres">
      <dgm:prSet presAssocID="{0D417342-261A-4AF6-BF6B-82BB5FA9A9CE}" presName="LevelTwoTextNode" presStyleLbl="node3" presStyleIdx="1" presStyleCnt="2" custScaleX="164168" custScaleY="143686" custLinFactNeighborX="12244">
        <dgm:presLayoutVars>
          <dgm:chPref val="3"/>
        </dgm:presLayoutVars>
      </dgm:prSet>
      <dgm:spPr>
        <a:prstGeom prst="flowChartConnector">
          <a:avLst/>
        </a:prstGeom>
      </dgm:spPr>
    </dgm:pt>
    <dgm:pt modelId="{8B0E6F10-5472-4C51-9FFA-6B028DB233AA}" type="pres">
      <dgm:prSet presAssocID="{0D417342-261A-4AF6-BF6B-82BB5FA9A9CE}" presName="level3hierChild" presStyleCnt="0"/>
      <dgm:spPr/>
    </dgm:pt>
    <dgm:pt modelId="{2996F20F-464C-450A-B3D4-234E05763E36}" type="pres">
      <dgm:prSet presAssocID="{1C2A9705-19E4-464F-9CA9-3FF2DBE062A9}" presName="conn2-1" presStyleLbl="parChTrans1D4" presStyleIdx="2" presStyleCnt="4" custScaleX="2000000" custScaleY="2000000"/>
      <dgm:spPr/>
    </dgm:pt>
    <dgm:pt modelId="{37FB5186-E66D-4464-995A-D8ECAF8052AE}" type="pres">
      <dgm:prSet presAssocID="{1C2A9705-19E4-464F-9CA9-3FF2DBE062A9}" presName="connTx" presStyleLbl="parChTrans1D4" presStyleIdx="2" presStyleCnt="4"/>
      <dgm:spPr/>
    </dgm:pt>
    <dgm:pt modelId="{EB19FFDF-ADDE-4F79-84FE-F5260A6F8E67}" type="pres">
      <dgm:prSet presAssocID="{1E77907B-523B-4D56-BBA7-5A9D1A175CD2}" presName="root2" presStyleCnt="0"/>
      <dgm:spPr/>
    </dgm:pt>
    <dgm:pt modelId="{E714FF5C-5311-4B16-9E23-E41F33909FB6}" type="pres">
      <dgm:prSet presAssocID="{1E77907B-523B-4D56-BBA7-5A9D1A175CD2}" presName="LevelTwoTextNode" presStyleLbl="node4" presStyleIdx="2" presStyleCnt="4" custScaleX="164168" custScaleY="143686" custLinFactNeighborX="16647">
        <dgm:presLayoutVars>
          <dgm:chPref val="3"/>
        </dgm:presLayoutVars>
      </dgm:prSet>
      <dgm:spPr>
        <a:prstGeom prst="flowChartConnector">
          <a:avLst/>
        </a:prstGeom>
      </dgm:spPr>
    </dgm:pt>
    <dgm:pt modelId="{7B394DAD-0457-4517-98A3-309775DDD56C}" type="pres">
      <dgm:prSet presAssocID="{1E77907B-523B-4D56-BBA7-5A9D1A175CD2}" presName="level3hierChild" presStyleCnt="0"/>
      <dgm:spPr/>
    </dgm:pt>
    <dgm:pt modelId="{CF6DCB0E-4B83-4C48-8B3C-163630B983AF}" type="pres">
      <dgm:prSet presAssocID="{DE6D4676-3A79-4622-91A7-05102952ABDE}" presName="conn2-1" presStyleLbl="parChTrans1D4" presStyleIdx="3" presStyleCnt="4" custScaleX="2000000" custScaleY="2000000"/>
      <dgm:spPr/>
    </dgm:pt>
    <dgm:pt modelId="{ACB01C8A-543A-4B33-A94C-CBED98EAA92F}" type="pres">
      <dgm:prSet presAssocID="{DE6D4676-3A79-4622-91A7-05102952ABDE}" presName="connTx" presStyleLbl="parChTrans1D4" presStyleIdx="3" presStyleCnt="4"/>
      <dgm:spPr/>
    </dgm:pt>
    <dgm:pt modelId="{13F8BB15-1292-4FDB-983F-754CFECA8230}" type="pres">
      <dgm:prSet presAssocID="{3D698D4F-97F9-41E5-A3BD-4D6FA620325E}" presName="root2" presStyleCnt="0"/>
      <dgm:spPr/>
    </dgm:pt>
    <dgm:pt modelId="{198E114B-C497-4C59-A3EB-DCB993C83FA7}" type="pres">
      <dgm:prSet presAssocID="{3D698D4F-97F9-41E5-A3BD-4D6FA620325E}" presName="LevelTwoTextNode" presStyleLbl="node4" presStyleIdx="3" presStyleCnt="4" custScaleX="164168" custScaleY="143686" custLinFactNeighborX="16647">
        <dgm:presLayoutVars>
          <dgm:chPref val="3"/>
        </dgm:presLayoutVars>
      </dgm:prSet>
      <dgm:spPr>
        <a:prstGeom prst="flowChartConnector">
          <a:avLst/>
        </a:prstGeom>
      </dgm:spPr>
    </dgm:pt>
    <dgm:pt modelId="{19ECD40A-D779-4B1D-8845-7B1705D1E5C9}" type="pres">
      <dgm:prSet presAssocID="{3D698D4F-97F9-41E5-A3BD-4D6FA620325E}" presName="level3hierChild" presStyleCnt="0"/>
      <dgm:spPr/>
    </dgm:pt>
  </dgm:ptLst>
  <dgm:cxnLst>
    <dgm:cxn modelId="{56F7ED0F-21A0-461F-9B74-8F9454803810}" srcId="{D7155B30-193F-4F4F-BC10-FDDFC38D727E}" destId="{73C0A2F2-4220-45D6-AF87-32048DD0361D}" srcOrd="0" destOrd="0" parTransId="{45097774-D1D4-47C1-8718-F80EB61F92DB}" sibTransId="{81FA5B02-9140-480A-A3DC-8DFDBD4341C6}"/>
    <dgm:cxn modelId="{95C5B017-AF8E-4F88-B157-5F5C78B22737}" type="presOf" srcId="{D7155B30-193F-4F4F-BC10-FDDFC38D727E}" destId="{8BB0B321-0719-4757-A207-181CABC739E0}" srcOrd="0" destOrd="0" presId="urn:microsoft.com/office/officeart/2005/8/layout/hierarchy2"/>
    <dgm:cxn modelId="{73B7ED19-BDAC-42F8-B76F-4522AD20990B}" srcId="{73C0A2F2-4220-45D6-AF87-32048DD0361D}" destId="{7A7B36DD-290F-476A-884C-6B0C1B3E6E1B}" srcOrd="0" destOrd="0" parTransId="{38F2AC90-96A0-429E-BBE6-D13EC109F6AA}" sibTransId="{6F58B2F6-2E43-4966-84B2-1B519DAAB803}"/>
    <dgm:cxn modelId="{E05DC123-0A57-4E00-B9FA-7D7F8AC684E5}" type="presOf" srcId="{1C2A9705-19E4-464F-9CA9-3FF2DBE062A9}" destId="{37FB5186-E66D-4464-995A-D8ECAF8052AE}" srcOrd="1" destOrd="0" presId="urn:microsoft.com/office/officeart/2005/8/layout/hierarchy2"/>
    <dgm:cxn modelId="{593E0A24-33F4-4595-83F7-5BF989B05EF2}" type="presOf" srcId="{38F2AC90-96A0-429E-BBE6-D13EC109F6AA}" destId="{4DDBD462-F95C-4D37-BB1D-05D444DF55E0}" srcOrd="0" destOrd="0" presId="urn:microsoft.com/office/officeart/2005/8/layout/hierarchy2"/>
    <dgm:cxn modelId="{55C4E337-4CA6-4E54-A724-4F1E2FBF4A24}" type="presOf" srcId="{E4732BC4-1EC0-483D-94D5-BD8C896D7A95}" destId="{66E3DFAC-57F9-4C39-8E7E-A2C6FDA19494}" srcOrd="1" destOrd="0" presId="urn:microsoft.com/office/officeart/2005/8/layout/hierarchy2"/>
    <dgm:cxn modelId="{C0F8033C-B2BF-48FB-8A25-641F95D3CB21}" type="presOf" srcId="{D9D09446-EC3C-4B5E-9ECA-C9E7F4C1B414}" destId="{CC9C8DAB-D051-4CC2-93B7-808E9017EE9D}" srcOrd="0" destOrd="0" presId="urn:microsoft.com/office/officeart/2005/8/layout/hierarchy2"/>
    <dgm:cxn modelId="{B9846563-230A-4EF3-9D20-D7B040FB8DB4}" type="presOf" srcId="{8FB00201-15AC-4AD4-ACA2-74A91E0C21A6}" destId="{F427470D-376C-4F66-950A-A7F26D5A91C2}" srcOrd="0" destOrd="0" presId="urn:microsoft.com/office/officeart/2005/8/layout/hierarchy2"/>
    <dgm:cxn modelId="{2776DD6C-F049-4E0E-81D9-64B0CDF8D9CB}" type="presOf" srcId="{38F2AC90-96A0-429E-BBE6-D13EC109F6AA}" destId="{B309D0BC-6C93-488C-BE2A-A0364F414180}" srcOrd="1" destOrd="0" presId="urn:microsoft.com/office/officeart/2005/8/layout/hierarchy2"/>
    <dgm:cxn modelId="{1C6B194E-47E2-4483-A92B-740A09C9F366}" srcId="{0D417342-261A-4AF6-BF6B-82BB5FA9A9CE}" destId="{1E77907B-523B-4D56-BBA7-5A9D1A175CD2}" srcOrd="0" destOrd="0" parTransId="{1C2A9705-19E4-464F-9CA9-3FF2DBE062A9}" sibTransId="{F7CD0B08-DC8C-492C-838C-34A97EDBC808}"/>
    <dgm:cxn modelId="{2D69C74E-8DB8-4E7B-8779-D70C81FA0285}" type="presOf" srcId="{E4732BC4-1EC0-483D-94D5-BD8C896D7A95}" destId="{F69E8474-F0A7-4DF8-86EA-C0377F983DF3}" srcOrd="0" destOrd="0" presId="urn:microsoft.com/office/officeart/2005/8/layout/hierarchy2"/>
    <dgm:cxn modelId="{F3FCB250-F0F4-4D88-B769-7BBDA451184E}" type="presOf" srcId="{69BED7D5-F3D2-4C89-820F-8F39FCC4E004}" destId="{0ACA45BF-9143-4B7E-ADA2-31E493F947EE}" srcOrd="1" destOrd="0" presId="urn:microsoft.com/office/officeart/2005/8/layout/hierarchy2"/>
    <dgm:cxn modelId="{9D69C254-774B-4D7A-A1AF-34BB6D0361F7}" srcId="{D7155B30-193F-4F4F-BC10-FDDFC38D727E}" destId="{0D417342-261A-4AF6-BF6B-82BB5FA9A9CE}" srcOrd="1" destOrd="0" parTransId="{E4732BC4-1EC0-483D-94D5-BD8C896D7A95}" sibTransId="{87E85AE3-AD92-477F-BC2D-95909BFB9F43}"/>
    <dgm:cxn modelId="{81DE9078-7B65-4993-BB35-803816BBDCCB}" type="presOf" srcId="{45097774-D1D4-47C1-8718-F80EB61F92DB}" destId="{25DDEC8A-678C-4DEE-ACE4-65223DFCE64A}" srcOrd="1" destOrd="0" presId="urn:microsoft.com/office/officeart/2005/8/layout/hierarchy2"/>
    <dgm:cxn modelId="{349ED579-B16B-4959-A716-B92CC0D0EE33}" srcId="{8FB00201-15AC-4AD4-ACA2-74A91E0C21A6}" destId="{62CCF211-1097-41B5-A3F9-F47127AE8928}" srcOrd="0" destOrd="0" parTransId="{9FC59FE1-18E7-4903-ACCB-DDE28F8159B8}" sibTransId="{79415E5E-4939-4465-BDC4-D421E980DBEA}"/>
    <dgm:cxn modelId="{0F1C5980-7440-4A36-8FA3-7F47FC1D9F82}" type="presOf" srcId="{0D417342-261A-4AF6-BF6B-82BB5FA9A9CE}" destId="{C46C9E25-B108-48CB-AD31-328209FC25E6}" srcOrd="0" destOrd="0" presId="urn:microsoft.com/office/officeart/2005/8/layout/hierarchy2"/>
    <dgm:cxn modelId="{72670C97-41AA-4EE9-9D18-218F73640E9B}" srcId="{62CCF211-1097-41B5-A3F9-F47127AE8928}" destId="{D7155B30-193F-4F4F-BC10-FDDFC38D727E}" srcOrd="0" destOrd="0" parTransId="{69BED7D5-F3D2-4C89-820F-8F39FCC4E004}" sibTransId="{DC0A3D96-A5FA-4DF0-B645-2DEB282A1E3D}"/>
    <dgm:cxn modelId="{BB915298-9CE6-4991-A07D-A71A85FE5985}" type="presOf" srcId="{7A7B36DD-290F-476A-884C-6B0C1B3E6E1B}" destId="{AA9CA79D-B820-4D26-94B6-D865546228BD}" srcOrd="0" destOrd="0" presId="urn:microsoft.com/office/officeart/2005/8/layout/hierarchy2"/>
    <dgm:cxn modelId="{4BA83B9E-6EB2-4D87-BB20-2BCB410A63EE}" srcId="{0D417342-261A-4AF6-BF6B-82BB5FA9A9CE}" destId="{3D698D4F-97F9-41E5-A3BD-4D6FA620325E}" srcOrd="1" destOrd="0" parTransId="{DE6D4676-3A79-4622-91A7-05102952ABDE}" sibTransId="{95898882-7F7F-4649-B579-24138691C962}"/>
    <dgm:cxn modelId="{F6C3C4A0-E88F-48BB-8B71-0881C75ECAFF}" type="presOf" srcId="{1C2A9705-19E4-464F-9CA9-3FF2DBE062A9}" destId="{2996F20F-464C-450A-B3D4-234E05763E36}" srcOrd="0" destOrd="0" presId="urn:microsoft.com/office/officeart/2005/8/layout/hierarchy2"/>
    <dgm:cxn modelId="{3AB8E2A3-35A9-4450-AF1A-5BC067FD3DAA}" type="presOf" srcId="{62CCF211-1097-41B5-A3F9-F47127AE8928}" destId="{4CDFE959-EA13-45E9-BF5B-D161383CF944}" srcOrd="0" destOrd="0" presId="urn:microsoft.com/office/officeart/2005/8/layout/hierarchy2"/>
    <dgm:cxn modelId="{71682EB7-69EC-4E02-AB06-5AAFE1D3C71D}" type="presOf" srcId="{D9D09446-EC3C-4B5E-9ECA-C9E7F4C1B414}" destId="{6D1F9A2B-6BCD-4F8B-B718-D35987CCAEC2}" srcOrd="1" destOrd="0" presId="urn:microsoft.com/office/officeart/2005/8/layout/hierarchy2"/>
    <dgm:cxn modelId="{0CC30FB8-542E-406E-A724-816D9FB2D72B}" type="presOf" srcId="{0C03B368-2107-4805-8493-354045C975BF}" destId="{148144E9-31EA-431D-A2E5-5BFAED35298F}" srcOrd="0" destOrd="0" presId="urn:microsoft.com/office/officeart/2005/8/layout/hierarchy2"/>
    <dgm:cxn modelId="{452E53C1-7F27-4F9A-A579-4DCB446B6901}" type="presOf" srcId="{DE6D4676-3A79-4622-91A7-05102952ABDE}" destId="{CF6DCB0E-4B83-4C48-8B3C-163630B983AF}" srcOrd="0" destOrd="0" presId="urn:microsoft.com/office/officeart/2005/8/layout/hierarchy2"/>
    <dgm:cxn modelId="{AE5C36C9-DC15-4579-9592-75C8231F1566}" type="presOf" srcId="{45097774-D1D4-47C1-8718-F80EB61F92DB}" destId="{B7AC1B86-9DF9-4DD4-99B2-81663F6C9FDA}" srcOrd="0" destOrd="0" presId="urn:microsoft.com/office/officeart/2005/8/layout/hierarchy2"/>
    <dgm:cxn modelId="{29534FC9-DBCB-4C86-A38D-F1E0891FC9C3}" type="presOf" srcId="{3D698D4F-97F9-41E5-A3BD-4D6FA620325E}" destId="{198E114B-C497-4C59-A3EB-DCB993C83FA7}" srcOrd="0" destOrd="0" presId="urn:microsoft.com/office/officeart/2005/8/layout/hierarchy2"/>
    <dgm:cxn modelId="{8BC20FD1-5604-431E-BD6D-116970DECB1F}" srcId="{73C0A2F2-4220-45D6-AF87-32048DD0361D}" destId="{0C03B368-2107-4805-8493-354045C975BF}" srcOrd="1" destOrd="0" parTransId="{D9D09446-EC3C-4B5E-9ECA-C9E7F4C1B414}" sibTransId="{410468C3-ABF2-4509-942B-4F13B26F859F}"/>
    <dgm:cxn modelId="{848DB6D6-C73E-4AFC-91C1-82AE0F332454}" type="presOf" srcId="{DE6D4676-3A79-4622-91A7-05102952ABDE}" destId="{ACB01C8A-543A-4B33-A94C-CBED98EAA92F}" srcOrd="1" destOrd="0" presId="urn:microsoft.com/office/officeart/2005/8/layout/hierarchy2"/>
    <dgm:cxn modelId="{D0BD5BD8-E775-424F-B85A-0EFD2DD41466}" type="presOf" srcId="{69BED7D5-F3D2-4C89-820F-8F39FCC4E004}" destId="{D910E476-DD86-401C-BC38-B1707AA00F36}" srcOrd="0" destOrd="0" presId="urn:microsoft.com/office/officeart/2005/8/layout/hierarchy2"/>
    <dgm:cxn modelId="{E7E095EA-A301-4122-B89B-D2ADA224057F}" type="presOf" srcId="{1E77907B-523B-4D56-BBA7-5A9D1A175CD2}" destId="{E714FF5C-5311-4B16-9E23-E41F33909FB6}" srcOrd="0" destOrd="0" presId="urn:microsoft.com/office/officeart/2005/8/layout/hierarchy2"/>
    <dgm:cxn modelId="{D60C8BF1-BEF7-4D4D-9036-E38E940F1973}" type="presOf" srcId="{73C0A2F2-4220-45D6-AF87-32048DD0361D}" destId="{099E7118-066B-4C47-AF3A-8F2B0DB2634A}" srcOrd="0" destOrd="0" presId="urn:microsoft.com/office/officeart/2005/8/layout/hierarchy2"/>
    <dgm:cxn modelId="{E3B946DF-7D48-44DE-BA8A-25D60E64EA67}" type="presParOf" srcId="{F427470D-376C-4F66-950A-A7F26D5A91C2}" destId="{7D529301-5DBB-4645-A62C-52BA984CEC2C}" srcOrd="0" destOrd="0" presId="urn:microsoft.com/office/officeart/2005/8/layout/hierarchy2"/>
    <dgm:cxn modelId="{86AAE5E1-7362-439B-9F53-1426F97289E6}" type="presParOf" srcId="{7D529301-5DBB-4645-A62C-52BA984CEC2C}" destId="{4CDFE959-EA13-45E9-BF5B-D161383CF944}" srcOrd="0" destOrd="0" presId="urn:microsoft.com/office/officeart/2005/8/layout/hierarchy2"/>
    <dgm:cxn modelId="{AA3F3B55-9F8F-4A0F-8AE0-5C80042AB973}" type="presParOf" srcId="{7D529301-5DBB-4645-A62C-52BA984CEC2C}" destId="{9481AE94-5148-44A5-8C31-64414FBD5E09}" srcOrd="1" destOrd="0" presId="urn:microsoft.com/office/officeart/2005/8/layout/hierarchy2"/>
    <dgm:cxn modelId="{56AE9B28-96BF-47A1-B97F-C7260868928B}" type="presParOf" srcId="{9481AE94-5148-44A5-8C31-64414FBD5E09}" destId="{D910E476-DD86-401C-BC38-B1707AA00F36}" srcOrd="0" destOrd="0" presId="urn:microsoft.com/office/officeart/2005/8/layout/hierarchy2"/>
    <dgm:cxn modelId="{7EA79545-9BC9-4D45-8FA7-364EBE0C3BB1}" type="presParOf" srcId="{D910E476-DD86-401C-BC38-B1707AA00F36}" destId="{0ACA45BF-9143-4B7E-ADA2-31E493F947EE}" srcOrd="0" destOrd="0" presId="urn:microsoft.com/office/officeart/2005/8/layout/hierarchy2"/>
    <dgm:cxn modelId="{D391B508-F8D1-45DA-8F28-70C21184A90F}" type="presParOf" srcId="{9481AE94-5148-44A5-8C31-64414FBD5E09}" destId="{E4685E55-BD6B-4338-84D8-07B765ECF15B}" srcOrd="1" destOrd="0" presId="urn:microsoft.com/office/officeart/2005/8/layout/hierarchy2"/>
    <dgm:cxn modelId="{78341665-39DD-4422-A070-9D81647BAD23}" type="presParOf" srcId="{E4685E55-BD6B-4338-84D8-07B765ECF15B}" destId="{8BB0B321-0719-4757-A207-181CABC739E0}" srcOrd="0" destOrd="0" presId="urn:microsoft.com/office/officeart/2005/8/layout/hierarchy2"/>
    <dgm:cxn modelId="{1106E3CC-2EA5-4E35-B791-95E18AF56E11}" type="presParOf" srcId="{E4685E55-BD6B-4338-84D8-07B765ECF15B}" destId="{2A968715-130D-4DA0-A508-A0C94E516FF2}" srcOrd="1" destOrd="0" presId="urn:microsoft.com/office/officeart/2005/8/layout/hierarchy2"/>
    <dgm:cxn modelId="{1763197F-BE75-4561-A76E-7DD8CC2965EF}" type="presParOf" srcId="{2A968715-130D-4DA0-A508-A0C94E516FF2}" destId="{B7AC1B86-9DF9-4DD4-99B2-81663F6C9FDA}" srcOrd="0" destOrd="0" presId="urn:microsoft.com/office/officeart/2005/8/layout/hierarchy2"/>
    <dgm:cxn modelId="{DE904276-7716-46C7-AB97-1D7C01DD2D72}" type="presParOf" srcId="{B7AC1B86-9DF9-4DD4-99B2-81663F6C9FDA}" destId="{25DDEC8A-678C-4DEE-ACE4-65223DFCE64A}" srcOrd="0" destOrd="0" presId="urn:microsoft.com/office/officeart/2005/8/layout/hierarchy2"/>
    <dgm:cxn modelId="{937098CE-A840-4A5E-8B07-DE7109234E72}" type="presParOf" srcId="{2A968715-130D-4DA0-A508-A0C94E516FF2}" destId="{C48AE6BA-F35A-4BC2-8D98-6F38415430C9}" srcOrd="1" destOrd="0" presId="urn:microsoft.com/office/officeart/2005/8/layout/hierarchy2"/>
    <dgm:cxn modelId="{0D369AD3-7D56-42A9-BEE8-195AAADF2717}" type="presParOf" srcId="{C48AE6BA-F35A-4BC2-8D98-6F38415430C9}" destId="{099E7118-066B-4C47-AF3A-8F2B0DB2634A}" srcOrd="0" destOrd="0" presId="urn:microsoft.com/office/officeart/2005/8/layout/hierarchy2"/>
    <dgm:cxn modelId="{DD31F623-CFF7-42FF-9F17-EA62B65FC49D}" type="presParOf" srcId="{C48AE6BA-F35A-4BC2-8D98-6F38415430C9}" destId="{C75BD26A-ACFC-4100-AD53-E0CA85B3A6B1}" srcOrd="1" destOrd="0" presId="urn:microsoft.com/office/officeart/2005/8/layout/hierarchy2"/>
    <dgm:cxn modelId="{5CE7CE30-A9F4-416F-B927-215A6487BDF9}" type="presParOf" srcId="{C75BD26A-ACFC-4100-AD53-E0CA85B3A6B1}" destId="{4DDBD462-F95C-4D37-BB1D-05D444DF55E0}" srcOrd="0" destOrd="0" presId="urn:microsoft.com/office/officeart/2005/8/layout/hierarchy2"/>
    <dgm:cxn modelId="{B9DFCB53-D2EB-42F7-896D-03A63878DF7B}" type="presParOf" srcId="{4DDBD462-F95C-4D37-BB1D-05D444DF55E0}" destId="{B309D0BC-6C93-488C-BE2A-A0364F414180}" srcOrd="0" destOrd="0" presId="urn:microsoft.com/office/officeart/2005/8/layout/hierarchy2"/>
    <dgm:cxn modelId="{1943F6FF-C25C-428F-B6B0-40AADAAE80D4}" type="presParOf" srcId="{C75BD26A-ACFC-4100-AD53-E0CA85B3A6B1}" destId="{070C3FC7-B8F4-4166-92DD-C9E7280A0682}" srcOrd="1" destOrd="0" presId="urn:microsoft.com/office/officeart/2005/8/layout/hierarchy2"/>
    <dgm:cxn modelId="{0728649F-3D85-4EB9-8EFC-D25CB42FBB05}" type="presParOf" srcId="{070C3FC7-B8F4-4166-92DD-C9E7280A0682}" destId="{AA9CA79D-B820-4D26-94B6-D865546228BD}" srcOrd="0" destOrd="0" presId="urn:microsoft.com/office/officeart/2005/8/layout/hierarchy2"/>
    <dgm:cxn modelId="{589F181E-475B-40C8-AFD4-091784B19E5A}" type="presParOf" srcId="{070C3FC7-B8F4-4166-92DD-C9E7280A0682}" destId="{235679F0-A701-4944-B0A9-1ED3A1C175EB}" srcOrd="1" destOrd="0" presId="urn:microsoft.com/office/officeart/2005/8/layout/hierarchy2"/>
    <dgm:cxn modelId="{4BAD3D5F-AE2D-4C0F-9A4D-3BADED4DC0BC}" type="presParOf" srcId="{C75BD26A-ACFC-4100-AD53-E0CA85B3A6B1}" destId="{CC9C8DAB-D051-4CC2-93B7-808E9017EE9D}" srcOrd="2" destOrd="0" presId="urn:microsoft.com/office/officeart/2005/8/layout/hierarchy2"/>
    <dgm:cxn modelId="{ACAEBC15-287B-4D60-AB37-07CCBB778E3E}" type="presParOf" srcId="{CC9C8DAB-D051-4CC2-93B7-808E9017EE9D}" destId="{6D1F9A2B-6BCD-4F8B-B718-D35987CCAEC2}" srcOrd="0" destOrd="0" presId="urn:microsoft.com/office/officeart/2005/8/layout/hierarchy2"/>
    <dgm:cxn modelId="{05EF4645-D007-4152-9D11-3338EC5AA142}" type="presParOf" srcId="{C75BD26A-ACFC-4100-AD53-E0CA85B3A6B1}" destId="{5189BC87-AED5-46F5-B499-82979BF87285}" srcOrd="3" destOrd="0" presId="urn:microsoft.com/office/officeart/2005/8/layout/hierarchy2"/>
    <dgm:cxn modelId="{5DBB417E-18E5-4DDE-BE03-F05D6AA6084E}" type="presParOf" srcId="{5189BC87-AED5-46F5-B499-82979BF87285}" destId="{148144E9-31EA-431D-A2E5-5BFAED35298F}" srcOrd="0" destOrd="0" presId="urn:microsoft.com/office/officeart/2005/8/layout/hierarchy2"/>
    <dgm:cxn modelId="{286CA19B-85E8-4C5E-9C28-A1D9C3F3C573}" type="presParOf" srcId="{5189BC87-AED5-46F5-B499-82979BF87285}" destId="{E33308F2-A4EC-4CC3-979F-CD4759441053}" srcOrd="1" destOrd="0" presId="urn:microsoft.com/office/officeart/2005/8/layout/hierarchy2"/>
    <dgm:cxn modelId="{850AD4EF-E655-4442-82B2-18EAECAD5923}" type="presParOf" srcId="{2A968715-130D-4DA0-A508-A0C94E516FF2}" destId="{F69E8474-F0A7-4DF8-86EA-C0377F983DF3}" srcOrd="2" destOrd="0" presId="urn:microsoft.com/office/officeart/2005/8/layout/hierarchy2"/>
    <dgm:cxn modelId="{9AB935AD-E9A4-4875-B5CD-DACD04CDB144}" type="presParOf" srcId="{F69E8474-F0A7-4DF8-86EA-C0377F983DF3}" destId="{66E3DFAC-57F9-4C39-8E7E-A2C6FDA19494}" srcOrd="0" destOrd="0" presId="urn:microsoft.com/office/officeart/2005/8/layout/hierarchy2"/>
    <dgm:cxn modelId="{37C5C4ED-65DA-4B66-99A5-BE5616EAF81E}" type="presParOf" srcId="{2A968715-130D-4DA0-A508-A0C94E516FF2}" destId="{F64371ED-C6A3-4B12-8971-6687C383ECF0}" srcOrd="3" destOrd="0" presId="urn:microsoft.com/office/officeart/2005/8/layout/hierarchy2"/>
    <dgm:cxn modelId="{CC937C37-9528-4519-BD38-C2580F690B00}" type="presParOf" srcId="{F64371ED-C6A3-4B12-8971-6687C383ECF0}" destId="{C46C9E25-B108-48CB-AD31-328209FC25E6}" srcOrd="0" destOrd="0" presId="urn:microsoft.com/office/officeart/2005/8/layout/hierarchy2"/>
    <dgm:cxn modelId="{9C75C0A7-100D-4001-8A00-E391D725D5C1}" type="presParOf" srcId="{F64371ED-C6A3-4B12-8971-6687C383ECF0}" destId="{8B0E6F10-5472-4C51-9FFA-6B028DB233AA}" srcOrd="1" destOrd="0" presId="urn:microsoft.com/office/officeart/2005/8/layout/hierarchy2"/>
    <dgm:cxn modelId="{E5AAC88F-BE26-47F1-9795-575CDA485F4C}" type="presParOf" srcId="{8B0E6F10-5472-4C51-9FFA-6B028DB233AA}" destId="{2996F20F-464C-450A-B3D4-234E05763E36}" srcOrd="0" destOrd="0" presId="urn:microsoft.com/office/officeart/2005/8/layout/hierarchy2"/>
    <dgm:cxn modelId="{67E90525-8B8B-4A8D-8B5A-33CD04199970}" type="presParOf" srcId="{2996F20F-464C-450A-B3D4-234E05763E36}" destId="{37FB5186-E66D-4464-995A-D8ECAF8052AE}" srcOrd="0" destOrd="0" presId="urn:microsoft.com/office/officeart/2005/8/layout/hierarchy2"/>
    <dgm:cxn modelId="{E9B526A9-ED40-4845-A43B-3A205C3621B7}" type="presParOf" srcId="{8B0E6F10-5472-4C51-9FFA-6B028DB233AA}" destId="{EB19FFDF-ADDE-4F79-84FE-F5260A6F8E67}" srcOrd="1" destOrd="0" presId="urn:microsoft.com/office/officeart/2005/8/layout/hierarchy2"/>
    <dgm:cxn modelId="{AB67FB0E-C336-4AEA-A567-DF4A4DDDA4F6}" type="presParOf" srcId="{EB19FFDF-ADDE-4F79-84FE-F5260A6F8E67}" destId="{E714FF5C-5311-4B16-9E23-E41F33909FB6}" srcOrd="0" destOrd="0" presId="urn:microsoft.com/office/officeart/2005/8/layout/hierarchy2"/>
    <dgm:cxn modelId="{6DC75EA2-9F9E-4AA1-A2D9-FCC6093FD024}" type="presParOf" srcId="{EB19FFDF-ADDE-4F79-84FE-F5260A6F8E67}" destId="{7B394DAD-0457-4517-98A3-309775DDD56C}" srcOrd="1" destOrd="0" presId="urn:microsoft.com/office/officeart/2005/8/layout/hierarchy2"/>
    <dgm:cxn modelId="{027D4EDB-B0E1-45FE-A7BC-F28D209592E7}" type="presParOf" srcId="{8B0E6F10-5472-4C51-9FFA-6B028DB233AA}" destId="{CF6DCB0E-4B83-4C48-8B3C-163630B983AF}" srcOrd="2" destOrd="0" presId="urn:microsoft.com/office/officeart/2005/8/layout/hierarchy2"/>
    <dgm:cxn modelId="{19DACBEB-DB30-4A87-9FA1-52C97F19F1CF}" type="presParOf" srcId="{CF6DCB0E-4B83-4C48-8B3C-163630B983AF}" destId="{ACB01C8A-543A-4B33-A94C-CBED98EAA92F}" srcOrd="0" destOrd="0" presId="urn:microsoft.com/office/officeart/2005/8/layout/hierarchy2"/>
    <dgm:cxn modelId="{88390773-9AD1-49B5-AD51-5D87E1D00772}" type="presParOf" srcId="{8B0E6F10-5472-4C51-9FFA-6B028DB233AA}" destId="{13F8BB15-1292-4FDB-983F-754CFECA8230}" srcOrd="3" destOrd="0" presId="urn:microsoft.com/office/officeart/2005/8/layout/hierarchy2"/>
    <dgm:cxn modelId="{2F2CD167-6FE6-4991-88F5-CED0B661F11A}" type="presParOf" srcId="{13F8BB15-1292-4FDB-983F-754CFECA8230}" destId="{198E114B-C497-4C59-A3EB-DCB993C83FA7}" srcOrd="0" destOrd="0" presId="urn:microsoft.com/office/officeart/2005/8/layout/hierarchy2"/>
    <dgm:cxn modelId="{F8CBC1D3-4A43-411B-ABEC-585F1B7E22F8}" type="presParOf" srcId="{13F8BB15-1292-4FDB-983F-754CFECA8230}" destId="{19ECD40A-D779-4B1D-8845-7B1705D1E5C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B00201-15AC-4AD4-ACA2-74A91E0C21A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2CCF211-1097-41B5-A3F9-F47127AE8928}">
      <dgm:prSet phldrT="[Text]" custT="1"/>
      <dgm:spPr>
        <a:solidFill>
          <a:srgbClr val="CC331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latin typeface="Calibri"/>
              <a:ea typeface="Calibri"/>
              <a:cs typeface="Calibri"/>
            </a:rPr>
            <a:t>Wildfire</a:t>
          </a:r>
          <a:endParaRPr lang="en-GB" sz="1800" b="1">
            <a:latin typeface="Calibri"/>
            <a:ea typeface="Calibri"/>
            <a:cs typeface="Calibri"/>
          </a:endParaRPr>
        </a:p>
      </dgm:t>
    </dgm:pt>
    <dgm:pt modelId="{9FC59FE1-18E7-4903-ACCB-DDE28F8159B8}" type="parTrans" cxnId="{349ED579-B16B-4959-A716-B92CC0D0EE33}">
      <dgm:prSet/>
      <dgm:spPr/>
      <dgm:t>
        <a:bodyPr/>
        <a:lstStyle/>
        <a:p>
          <a:endParaRPr lang="en-GB"/>
        </a:p>
      </dgm:t>
    </dgm:pt>
    <dgm:pt modelId="{79415E5E-4939-4465-BDC4-D421E980DBEA}" type="sibTrans" cxnId="{349ED579-B16B-4959-A716-B92CC0D0EE33}">
      <dgm:prSet/>
      <dgm:spPr/>
      <dgm:t>
        <a:bodyPr/>
        <a:lstStyle/>
        <a:p>
          <a:endParaRPr lang="en-GB"/>
        </a:p>
      </dgm:t>
    </dgm:pt>
    <dgm:pt modelId="{0D417342-261A-4AF6-BF6B-82BB5FA9A9CE}">
      <dgm:prSet phldrT="[Text]" custT="1"/>
      <dgm:spPr>
        <a:solidFill>
          <a:srgbClr val="33A02C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>
            <a:solidFill>
              <a:schemeClr val="bg1"/>
            </a:solidFill>
            <a:latin typeface="Calibri"/>
            <a:ea typeface="Calibri"/>
            <a:cs typeface="Calibri"/>
          </a:endParaRPr>
        </a:p>
      </dgm:t>
    </dgm:pt>
    <dgm:pt modelId="{E4732BC4-1EC0-483D-94D5-BD8C896D7A95}" type="parTrans" cxnId="{9D69C254-774B-4D7A-A1AF-34BB6D0361F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87E85AE3-AD92-477F-BC2D-95909BFB9F43}" type="sibTrans" cxnId="{9D69C254-774B-4D7A-A1AF-34BB6D0361F7}">
      <dgm:prSet/>
      <dgm:spPr/>
      <dgm:t>
        <a:bodyPr/>
        <a:lstStyle/>
        <a:p>
          <a:endParaRPr lang="en-GB"/>
        </a:p>
      </dgm:t>
    </dgm:pt>
    <dgm:pt modelId="{1E77907B-523B-4D56-BBA7-5A9D1A175CD2}">
      <dgm:prSet phldrT="[Text]" custT="1"/>
      <dgm:spPr>
        <a:solidFill>
          <a:srgbClr val="B2DF8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1C2A9705-19E4-464F-9CA9-3FF2DBE062A9}" type="parTrans" cxnId="{1C6B194E-47E2-4483-A92B-740A09C9F36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F7CD0B08-DC8C-492C-838C-34A97EDBC808}" type="sibTrans" cxnId="{1C6B194E-47E2-4483-A92B-740A09C9F366}">
      <dgm:prSet/>
      <dgm:spPr/>
      <dgm:t>
        <a:bodyPr/>
        <a:lstStyle/>
        <a:p>
          <a:endParaRPr lang="en-GB"/>
        </a:p>
      </dgm:t>
    </dgm:pt>
    <dgm:pt modelId="{3D698D4F-97F9-41E5-A3BD-4D6FA620325E}">
      <dgm:prSet phldrT="[Text]" custT="1"/>
      <dgm:spPr>
        <a:solidFill>
          <a:srgbClr val="B2DF8A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E6D4676-3A79-4622-91A7-05102952ABDE}" type="parTrans" cxnId="{4BA83B9E-6EB2-4D87-BB20-2BCB410A63E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95898882-7F7F-4649-B579-24138691C962}" type="sibTrans" cxnId="{4BA83B9E-6EB2-4D87-BB20-2BCB410A63EE}">
      <dgm:prSet/>
      <dgm:spPr/>
      <dgm:t>
        <a:bodyPr/>
        <a:lstStyle/>
        <a:p>
          <a:endParaRPr lang="en-GB"/>
        </a:p>
      </dgm:t>
    </dgm:pt>
    <dgm:pt modelId="{D7155B30-193F-4F4F-BC10-FDDFC38D727E}">
      <dgm:prSet phldrT="[Text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69BED7D5-F3D2-4C89-820F-8F39FCC4E004}" type="parTrans" cxnId="{72670C97-41AA-4EE9-9D18-218F73640E9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DC0A3D96-A5FA-4DF0-B645-2DEB282A1E3D}" type="sibTrans" cxnId="{72670C97-41AA-4EE9-9D18-218F73640E9B}">
      <dgm:prSet/>
      <dgm:spPr/>
      <dgm:t>
        <a:bodyPr/>
        <a:lstStyle/>
        <a:p>
          <a:endParaRPr lang="en-GB"/>
        </a:p>
      </dgm:t>
    </dgm:pt>
    <dgm:pt modelId="{73C0A2F2-4220-45D6-AF87-32048DD0361D}">
      <dgm:prSet phldrT="[Text]" custT="1"/>
      <dgm:spPr>
        <a:solidFill>
          <a:srgbClr val="1F78B4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5097774-D1D4-47C1-8718-F80EB61F92DB}" type="parTrans" cxnId="{56F7ED0F-21A0-461F-9B74-8F945480381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81FA5B02-9140-480A-A3DC-8DFDBD4341C6}" type="sibTrans" cxnId="{56F7ED0F-21A0-461F-9B74-8F9454803810}">
      <dgm:prSet/>
      <dgm:spPr/>
      <dgm:t>
        <a:bodyPr/>
        <a:lstStyle/>
        <a:p>
          <a:endParaRPr lang="en-GB"/>
        </a:p>
      </dgm:t>
    </dgm:pt>
    <dgm:pt modelId="{7A7B36DD-290F-476A-884C-6B0C1B3E6E1B}">
      <dgm:prSet phldrT="[Text]" custT="1"/>
      <dgm:spPr>
        <a:solidFill>
          <a:srgbClr val="A6CEE3"/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8F2AC90-96A0-429E-BBE6-D13EC109F6AA}" type="parTrans" cxnId="{73B7ED19-BDAC-42F8-B76F-4522AD20990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6F58B2F6-2E43-4966-84B2-1B519DAAB803}" type="sibTrans" cxnId="{73B7ED19-BDAC-42F8-B76F-4522AD20990B}">
      <dgm:prSet/>
      <dgm:spPr/>
      <dgm:t>
        <a:bodyPr/>
        <a:lstStyle/>
        <a:p>
          <a:endParaRPr lang="en-GB"/>
        </a:p>
      </dgm:t>
    </dgm:pt>
    <dgm:pt modelId="{0C03B368-2107-4805-8493-354045C975BF}">
      <dgm:prSet phldrT="[Text]" custT="1"/>
      <dgm:spPr>
        <a:solidFill>
          <a:srgbClr val="A6CEE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9D09446-EC3C-4B5E-9ECA-C9E7F4C1B414}" type="parTrans" cxnId="{8BC20FD1-5604-431E-BD6D-116970DECB1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410468C3-ABF2-4509-942B-4F13B26F859F}" type="sibTrans" cxnId="{8BC20FD1-5604-431E-BD6D-116970DECB1F}">
      <dgm:prSet/>
      <dgm:spPr/>
      <dgm:t>
        <a:bodyPr/>
        <a:lstStyle/>
        <a:p>
          <a:endParaRPr lang="en-GB"/>
        </a:p>
      </dgm:t>
    </dgm:pt>
    <dgm:pt modelId="{F427470D-376C-4F66-950A-A7F26D5A91C2}" type="pres">
      <dgm:prSet presAssocID="{8FB00201-15AC-4AD4-ACA2-74A91E0C21A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D529301-5DBB-4645-A62C-52BA984CEC2C}" type="pres">
      <dgm:prSet presAssocID="{62CCF211-1097-41B5-A3F9-F47127AE8928}" presName="root1" presStyleCnt="0"/>
      <dgm:spPr/>
    </dgm:pt>
    <dgm:pt modelId="{4CDFE959-EA13-45E9-BF5B-D161383CF944}" type="pres">
      <dgm:prSet presAssocID="{62CCF211-1097-41B5-A3F9-F47127AE8928}" presName="LevelOneTextNode" presStyleLbl="node0" presStyleIdx="0" presStyleCnt="1" custScaleX="164168" custScaleY="76203" custLinFactNeighborX="3799">
        <dgm:presLayoutVars>
          <dgm:chPref val="3"/>
        </dgm:presLayoutVars>
      </dgm:prSet>
      <dgm:spPr>
        <a:prstGeom prst="rect">
          <a:avLst/>
        </a:prstGeom>
      </dgm:spPr>
    </dgm:pt>
    <dgm:pt modelId="{9481AE94-5148-44A5-8C31-64414FBD5E09}" type="pres">
      <dgm:prSet presAssocID="{62CCF211-1097-41B5-A3F9-F47127AE8928}" presName="level2hierChild" presStyleCnt="0"/>
      <dgm:spPr/>
    </dgm:pt>
    <dgm:pt modelId="{D910E476-DD86-401C-BC38-B1707AA00F36}" type="pres">
      <dgm:prSet presAssocID="{69BED7D5-F3D2-4C89-820F-8F39FCC4E004}" presName="conn2-1" presStyleLbl="parChTrans1D2" presStyleIdx="0" presStyleCnt="1" custScaleX="2000000" custScaleY="2000000"/>
      <dgm:spPr/>
    </dgm:pt>
    <dgm:pt modelId="{0ACA45BF-9143-4B7E-ADA2-31E493F947EE}" type="pres">
      <dgm:prSet presAssocID="{69BED7D5-F3D2-4C89-820F-8F39FCC4E004}" presName="connTx" presStyleLbl="parChTrans1D2" presStyleIdx="0" presStyleCnt="1"/>
      <dgm:spPr/>
    </dgm:pt>
    <dgm:pt modelId="{E4685E55-BD6B-4338-84D8-07B765ECF15B}" type="pres">
      <dgm:prSet presAssocID="{D7155B30-193F-4F4F-BC10-FDDFC38D727E}" presName="root2" presStyleCnt="0"/>
      <dgm:spPr/>
    </dgm:pt>
    <dgm:pt modelId="{8BB0B321-0719-4757-A207-181CABC739E0}" type="pres">
      <dgm:prSet presAssocID="{D7155B30-193F-4F4F-BC10-FDDFC38D727E}" presName="LevelTwoTextNode" presStyleLbl="node2" presStyleIdx="0" presStyleCnt="1" custScaleX="164168" custScaleY="76203" custLinFactNeighborX="5916">
        <dgm:presLayoutVars>
          <dgm:chPref val="3"/>
        </dgm:presLayoutVars>
      </dgm:prSet>
      <dgm:spPr>
        <a:prstGeom prst="rect">
          <a:avLst/>
        </a:prstGeom>
      </dgm:spPr>
    </dgm:pt>
    <dgm:pt modelId="{2A968715-130D-4DA0-A508-A0C94E516FF2}" type="pres">
      <dgm:prSet presAssocID="{D7155B30-193F-4F4F-BC10-FDDFC38D727E}" presName="level3hierChild" presStyleCnt="0"/>
      <dgm:spPr/>
    </dgm:pt>
    <dgm:pt modelId="{B7AC1B86-9DF9-4DD4-99B2-81663F6C9FDA}" type="pres">
      <dgm:prSet presAssocID="{45097774-D1D4-47C1-8718-F80EB61F92DB}" presName="conn2-1" presStyleLbl="parChTrans1D3" presStyleIdx="0" presStyleCnt="2"/>
      <dgm:spPr/>
    </dgm:pt>
    <dgm:pt modelId="{25DDEC8A-678C-4DEE-ACE4-65223DFCE64A}" type="pres">
      <dgm:prSet presAssocID="{45097774-D1D4-47C1-8718-F80EB61F92DB}" presName="connTx" presStyleLbl="parChTrans1D3" presStyleIdx="0" presStyleCnt="2"/>
      <dgm:spPr/>
    </dgm:pt>
    <dgm:pt modelId="{C48AE6BA-F35A-4BC2-8D98-6F38415430C9}" type="pres">
      <dgm:prSet presAssocID="{73C0A2F2-4220-45D6-AF87-32048DD0361D}" presName="root2" presStyleCnt="0"/>
      <dgm:spPr/>
    </dgm:pt>
    <dgm:pt modelId="{099E7118-066B-4C47-AF3A-8F2B0DB2634A}" type="pres">
      <dgm:prSet presAssocID="{73C0A2F2-4220-45D6-AF87-32048DD0361D}" presName="LevelTwoTextNode" presStyleLbl="node3" presStyleIdx="0" presStyleCnt="2" custScaleX="164168" custScaleY="76203" custLinFactNeighborX="12244">
        <dgm:presLayoutVars>
          <dgm:chPref val="3"/>
        </dgm:presLayoutVars>
      </dgm:prSet>
      <dgm:spPr>
        <a:prstGeom prst="rect">
          <a:avLst/>
        </a:prstGeom>
      </dgm:spPr>
    </dgm:pt>
    <dgm:pt modelId="{C75BD26A-ACFC-4100-AD53-E0CA85B3A6B1}" type="pres">
      <dgm:prSet presAssocID="{73C0A2F2-4220-45D6-AF87-32048DD0361D}" presName="level3hierChild" presStyleCnt="0"/>
      <dgm:spPr/>
    </dgm:pt>
    <dgm:pt modelId="{4DDBD462-F95C-4D37-BB1D-05D444DF55E0}" type="pres">
      <dgm:prSet presAssocID="{38F2AC90-96A0-429E-BBE6-D13EC109F6AA}" presName="conn2-1" presStyleLbl="parChTrans1D4" presStyleIdx="0" presStyleCnt="4" custScaleX="2000000" custScaleY="2000000"/>
      <dgm:spPr/>
    </dgm:pt>
    <dgm:pt modelId="{B309D0BC-6C93-488C-BE2A-A0364F414180}" type="pres">
      <dgm:prSet presAssocID="{38F2AC90-96A0-429E-BBE6-D13EC109F6AA}" presName="connTx" presStyleLbl="parChTrans1D4" presStyleIdx="0" presStyleCnt="4"/>
      <dgm:spPr/>
    </dgm:pt>
    <dgm:pt modelId="{070C3FC7-B8F4-4166-92DD-C9E7280A0682}" type="pres">
      <dgm:prSet presAssocID="{7A7B36DD-290F-476A-884C-6B0C1B3E6E1B}" presName="root2" presStyleCnt="0"/>
      <dgm:spPr/>
    </dgm:pt>
    <dgm:pt modelId="{AA9CA79D-B820-4D26-94B6-D865546228BD}" type="pres">
      <dgm:prSet presAssocID="{7A7B36DD-290F-476A-884C-6B0C1B3E6E1B}" presName="LevelTwoTextNode" presStyleLbl="node4" presStyleIdx="0" presStyleCnt="4" custScaleX="164168" custScaleY="76203" custLinFactNeighborX="16647">
        <dgm:presLayoutVars>
          <dgm:chPref val="3"/>
        </dgm:presLayoutVars>
      </dgm:prSet>
      <dgm:spPr>
        <a:prstGeom prst="rect">
          <a:avLst/>
        </a:prstGeom>
      </dgm:spPr>
    </dgm:pt>
    <dgm:pt modelId="{235679F0-A701-4944-B0A9-1ED3A1C175EB}" type="pres">
      <dgm:prSet presAssocID="{7A7B36DD-290F-476A-884C-6B0C1B3E6E1B}" presName="level3hierChild" presStyleCnt="0"/>
      <dgm:spPr/>
    </dgm:pt>
    <dgm:pt modelId="{CC9C8DAB-D051-4CC2-93B7-808E9017EE9D}" type="pres">
      <dgm:prSet presAssocID="{D9D09446-EC3C-4B5E-9ECA-C9E7F4C1B414}" presName="conn2-1" presStyleLbl="parChTrans1D4" presStyleIdx="1" presStyleCnt="4"/>
      <dgm:spPr/>
    </dgm:pt>
    <dgm:pt modelId="{6D1F9A2B-6BCD-4F8B-B718-D35987CCAEC2}" type="pres">
      <dgm:prSet presAssocID="{D9D09446-EC3C-4B5E-9ECA-C9E7F4C1B414}" presName="connTx" presStyleLbl="parChTrans1D4" presStyleIdx="1" presStyleCnt="4"/>
      <dgm:spPr/>
    </dgm:pt>
    <dgm:pt modelId="{5189BC87-AED5-46F5-B499-82979BF87285}" type="pres">
      <dgm:prSet presAssocID="{0C03B368-2107-4805-8493-354045C975BF}" presName="root2" presStyleCnt="0"/>
      <dgm:spPr/>
    </dgm:pt>
    <dgm:pt modelId="{148144E9-31EA-431D-A2E5-5BFAED35298F}" type="pres">
      <dgm:prSet presAssocID="{0C03B368-2107-4805-8493-354045C975BF}" presName="LevelTwoTextNode" presStyleLbl="node4" presStyleIdx="1" presStyleCnt="4" custScaleX="164168" custScaleY="76203" custLinFactNeighborX="16647">
        <dgm:presLayoutVars>
          <dgm:chPref val="3"/>
        </dgm:presLayoutVars>
      </dgm:prSet>
      <dgm:spPr>
        <a:prstGeom prst="rect">
          <a:avLst/>
        </a:prstGeom>
      </dgm:spPr>
    </dgm:pt>
    <dgm:pt modelId="{E33308F2-A4EC-4CC3-979F-CD4759441053}" type="pres">
      <dgm:prSet presAssocID="{0C03B368-2107-4805-8493-354045C975BF}" presName="level3hierChild" presStyleCnt="0"/>
      <dgm:spPr/>
    </dgm:pt>
    <dgm:pt modelId="{F69E8474-F0A7-4DF8-86EA-C0377F983DF3}" type="pres">
      <dgm:prSet presAssocID="{E4732BC4-1EC0-483D-94D5-BD8C896D7A95}" presName="conn2-1" presStyleLbl="parChTrans1D3" presStyleIdx="1" presStyleCnt="2" custScaleX="2000000" custScaleY="2000000"/>
      <dgm:spPr/>
    </dgm:pt>
    <dgm:pt modelId="{66E3DFAC-57F9-4C39-8E7E-A2C6FDA19494}" type="pres">
      <dgm:prSet presAssocID="{E4732BC4-1EC0-483D-94D5-BD8C896D7A95}" presName="connTx" presStyleLbl="parChTrans1D3" presStyleIdx="1" presStyleCnt="2"/>
      <dgm:spPr/>
    </dgm:pt>
    <dgm:pt modelId="{F64371ED-C6A3-4B12-8971-6687C383ECF0}" type="pres">
      <dgm:prSet presAssocID="{0D417342-261A-4AF6-BF6B-82BB5FA9A9CE}" presName="root2" presStyleCnt="0"/>
      <dgm:spPr/>
    </dgm:pt>
    <dgm:pt modelId="{C46C9E25-B108-48CB-AD31-328209FC25E6}" type="pres">
      <dgm:prSet presAssocID="{0D417342-261A-4AF6-BF6B-82BB5FA9A9CE}" presName="LevelTwoTextNode" presStyleLbl="node3" presStyleIdx="1" presStyleCnt="2" custScaleX="164168" custScaleY="76203" custLinFactNeighborX="12244">
        <dgm:presLayoutVars>
          <dgm:chPref val="3"/>
        </dgm:presLayoutVars>
      </dgm:prSet>
      <dgm:spPr>
        <a:prstGeom prst="rect">
          <a:avLst/>
        </a:prstGeom>
      </dgm:spPr>
    </dgm:pt>
    <dgm:pt modelId="{8B0E6F10-5472-4C51-9FFA-6B028DB233AA}" type="pres">
      <dgm:prSet presAssocID="{0D417342-261A-4AF6-BF6B-82BB5FA9A9CE}" presName="level3hierChild" presStyleCnt="0"/>
      <dgm:spPr/>
    </dgm:pt>
    <dgm:pt modelId="{2996F20F-464C-450A-B3D4-234E05763E36}" type="pres">
      <dgm:prSet presAssocID="{1C2A9705-19E4-464F-9CA9-3FF2DBE062A9}" presName="conn2-1" presStyleLbl="parChTrans1D4" presStyleIdx="2" presStyleCnt="4" custScaleX="2000000" custScaleY="2000000"/>
      <dgm:spPr/>
    </dgm:pt>
    <dgm:pt modelId="{37FB5186-E66D-4464-995A-D8ECAF8052AE}" type="pres">
      <dgm:prSet presAssocID="{1C2A9705-19E4-464F-9CA9-3FF2DBE062A9}" presName="connTx" presStyleLbl="parChTrans1D4" presStyleIdx="2" presStyleCnt="4"/>
      <dgm:spPr/>
    </dgm:pt>
    <dgm:pt modelId="{EB19FFDF-ADDE-4F79-84FE-F5260A6F8E67}" type="pres">
      <dgm:prSet presAssocID="{1E77907B-523B-4D56-BBA7-5A9D1A175CD2}" presName="root2" presStyleCnt="0"/>
      <dgm:spPr/>
    </dgm:pt>
    <dgm:pt modelId="{E714FF5C-5311-4B16-9E23-E41F33909FB6}" type="pres">
      <dgm:prSet presAssocID="{1E77907B-523B-4D56-BBA7-5A9D1A175CD2}" presName="LevelTwoTextNode" presStyleLbl="node4" presStyleIdx="2" presStyleCnt="4" custScaleX="164168" custScaleY="76203" custLinFactNeighborX="16647">
        <dgm:presLayoutVars>
          <dgm:chPref val="3"/>
        </dgm:presLayoutVars>
      </dgm:prSet>
      <dgm:spPr>
        <a:prstGeom prst="rect">
          <a:avLst/>
        </a:prstGeom>
      </dgm:spPr>
    </dgm:pt>
    <dgm:pt modelId="{7B394DAD-0457-4517-98A3-309775DDD56C}" type="pres">
      <dgm:prSet presAssocID="{1E77907B-523B-4D56-BBA7-5A9D1A175CD2}" presName="level3hierChild" presStyleCnt="0"/>
      <dgm:spPr/>
    </dgm:pt>
    <dgm:pt modelId="{CF6DCB0E-4B83-4C48-8B3C-163630B983AF}" type="pres">
      <dgm:prSet presAssocID="{DE6D4676-3A79-4622-91A7-05102952ABDE}" presName="conn2-1" presStyleLbl="parChTrans1D4" presStyleIdx="3" presStyleCnt="4" custScaleX="2000000" custScaleY="2000000"/>
      <dgm:spPr/>
    </dgm:pt>
    <dgm:pt modelId="{ACB01C8A-543A-4B33-A94C-CBED98EAA92F}" type="pres">
      <dgm:prSet presAssocID="{DE6D4676-3A79-4622-91A7-05102952ABDE}" presName="connTx" presStyleLbl="parChTrans1D4" presStyleIdx="3" presStyleCnt="4"/>
      <dgm:spPr/>
    </dgm:pt>
    <dgm:pt modelId="{13F8BB15-1292-4FDB-983F-754CFECA8230}" type="pres">
      <dgm:prSet presAssocID="{3D698D4F-97F9-41E5-A3BD-4D6FA620325E}" presName="root2" presStyleCnt="0"/>
      <dgm:spPr/>
    </dgm:pt>
    <dgm:pt modelId="{198E114B-C497-4C59-A3EB-DCB993C83FA7}" type="pres">
      <dgm:prSet presAssocID="{3D698D4F-97F9-41E5-A3BD-4D6FA620325E}" presName="LevelTwoTextNode" presStyleLbl="node4" presStyleIdx="3" presStyleCnt="4" custScaleX="164168" custScaleY="76203" custLinFactNeighborX="16647">
        <dgm:presLayoutVars>
          <dgm:chPref val="3"/>
        </dgm:presLayoutVars>
      </dgm:prSet>
      <dgm:spPr>
        <a:prstGeom prst="rect">
          <a:avLst/>
        </a:prstGeom>
      </dgm:spPr>
    </dgm:pt>
    <dgm:pt modelId="{19ECD40A-D779-4B1D-8845-7B1705D1E5C9}" type="pres">
      <dgm:prSet presAssocID="{3D698D4F-97F9-41E5-A3BD-4D6FA620325E}" presName="level3hierChild" presStyleCnt="0"/>
      <dgm:spPr/>
    </dgm:pt>
  </dgm:ptLst>
  <dgm:cxnLst>
    <dgm:cxn modelId="{56F7ED0F-21A0-461F-9B74-8F9454803810}" srcId="{D7155B30-193F-4F4F-BC10-FDDFC38D727E}" destId="{73C0A2F2-4220-45D6-AF87-32048DD0361D}" srcOrd="0" destOrd="0" parTransId="{45097774-D1D4-47C1-8718-F80EB61F92DB}" sibTransId="{81FA5B02-9140-480A-A3DC-8DFDBD4341C6}"/>
    <dgm:cxn modelId="{95C5B017-AF8E-4F88-B157-5F5C78B22737}" type="presOf" srcId="{D7155B30-193F-4F4F-BC10-FDDFC38D727E}" destId="{8BB0B321-0719-4757-A207-181CABC739E0}" srcOrd="0" destOrd="0" presId="urn:microsoft.com/office/officeart/2005/8/layout/hierarchy2"/>
    <dgm:cxn modelId="{73B7ED19-BDAC-42F8-B76F-4522AD20990B}" srcId="{73C0A2F2-4220-45D6-AF87-32048DD0361D}" destId="{7A7B36DD-290F-476A-884C-6B0C1B3E6E1B}" srcOrd="0" destOrd="0" parTransId="{38F2AC90-96A0-429E-BBE6-D13EC109F6AA}" sibTransId="{6F58B2F6-2E43-4966-84B2-1B519DAAB803}"/>
    <dgm:cxn modelId="{E05DC123-0A57-4E00-B9FA-7D7F8AC684E5}" type="presOf" srcId="{1C2A9705-19E4-464F-9CA9-3FF2DBE062A9}" destId="{37FB5186-E66D-4464-995A-D8ECAF8052AE}" srcOrd="1" destOrd="0" presId="urn:microsoft.com/office/officeart/2005/8/layout/hierarchy2"/>
    <dgm:cxn modelId="{593E0A24-33F4-4595-83F7-5BF989B05EF2}" type="presOf" srcId="{38F2AC90-96A0-429E-BBE6-D13EC109F6AA}" destId="{4DDBD462-F95C-4D37-BB1D-05D444DF55E0}" srcOrd="0" destOrd="0" presId="urn:microsoft.com/office/officeart/2005/8/layout/hierarchy2"/>
    <dgm:cxn modelId="{55C4E337-4CA6-4E54-A724-4F1E2FBF4A24}" type="presOf" srcId="{E4732BC4-1EC0-483D-94D5-BD8C896D7A95}" destId="{66E3DFAC-57F9-4C39-8E7E-A2C6FDA19494}" srcOrd="1" destOrd="0" presId="urn:microsoft.com/office/officeart/2005/8/layout/hierarchy2"/>
    <dgm:cxn modelId="{C0F8033C-B2BF-48FB-8A25-641F95D3CB21}" type="presOf" srcId="{D9D09446-EC3C-4B5E-9ECA-C9E7F4C1B414}" destId="{CC9C8DAB-D051-4CC2-93B7-808E9017EE9D}" srcOrd="0" destOrd="0" presId="urn:microsoft.com/office/officeart/2005/8/layout/hierarchy2"/>
    <dgm:cxn modelId="{B9846563-230A-4EF3-9D20-D7B040FB8DB4}" type="presOf" srcId="{8FB00201-15AC-4AD4-ACA2-74A91E0C21A6}" destId="{F427470D-376C-4F66-950A-A7F26D5A91C2}" srcOrd="0" destOrd="0" presId="urn:microsoft.com/office/officeart/2005/8/layout/hierarchy2"/>
    <dgm:cxn modelId="{2776DD6C-F049-4E0E-81D9-64B0CDF8D9CB}" type="presOf" srcId="{38F2AC90-96A0-429E-BBE6-D13EC109F6AA}" destId="{B309D0BC-6C93-488C-BE2A-A0364F414180}" srcOrd="1" destOrd="0" presId="urn:microsoft.com/office/officeart/2005/8/layout/hierarchy2"/>
    <dgm:cxn modelId="{1C6B194E-47E2-4483-A92B-740A09C9F366}" srcId="{0D417342-261A-4AF6-BF6B-82BB5FA9A9CE}" destId="{1E77907B-523B-4D56-BBA7-5A9D1A175CD2}" srcOrd="0" destOrd="0" parTransId="{1C2A9705-19E4-464F-9CA9-3FF2DBE062A9}" sibTransId="{F7CD0B08-DC8C-492C-838C-34A97EDBC808}"/>
    <dgm:cxn modelId="{2D69C74E-8DB8-4E7B-8779-D70C81FA0285}" type="presOf" srcId="{E4732BC4-1EC0-483D-94D5-BD8C896D7A95}" destId="{F69E8474-F0A7-4DF8-86EA-C0377F983DF3}" srcOrd="0" destOrd="0" presId="urn:microsoft.com/office/officeart/2005/8/layout/hierarchy2"/>
    <dgm:cxn modelId="{F3FCB250-F0F4-4D88-B769-7BBDA451184E}" type="presOf" srcId="{69BED7D5-F3D2-4C89-820F-8F39FCC4E004}" destId="{0ACA45BF-9143-4B7E-ADA2-31E493F947EE}" srcOrd="1" destOrd="0" presId="urn:microsoft.com/office/officeart/2005/8/layout/hierarchy2"/>
    <dgm:cxn modelId="{9D69C254-774B-4D7A-A1AF-34BB6D0361F7}" srcId="{D7155B30-193F-4F4F-BC10-FDDFC38D727E}" destId="{0D417342-261A-4AF6-BF6B-82BB5FA9A9CE}" srcOrd="1" destOrd="0" parTransId="{E4732BC4-1EC0-483D-94D5-BD8C896D7A95}" sibTransId="{87E85AE3-AD92-477F-BC2D-95909BFB9F43}"/>
    <dgm:cxn modelId="{81DE9078-7B65-4993-BB35-803816BBDCCB}" type="presOf" srcId="{45097774-D1D4-47C1-8718-F80EB61F92DB}" destId="{25DDEC8A-678C-4DEE-ACE4-65223DFCE64A}" srcOrd="1" destOrd="0" presId="urn:microsoft.com/office/officeart/2005/8/layout/hierarchy2"/>
    <dgm:cxn modelId="{349ED579-B16B-4959-A716-B92CC0D0EE33}" srcId="{8FB00201-15AC-4AD4-ACA2-74A91E0C21A6}" destId="{62CCF211-1097-41B5-A3F9-F47127AE8928}" srcOrd="0" destOrd="0" parTransId="{9FC59FE1-18E7-4903-ACCB-DDE28F8159B8}" sibTransId="{79415E5E-4939-4465-BDC4-D421E980DBEA}"/>
    <dgm:cxn modelId="{0F1C5980-7440-4A36-8FA3-7F47FC1D9F82}" type="presOf" srcId="{0D417342-261A-4AF6-BF6B-82BB5FA9A9CE}" destId="{C46C9E25-B108-48CB-AD31-328209FC25E6}" srcOrd="0" destOrd="0" presId="urn:microsoft.com/office/officeart/2005/8/layout/hierarchy2"/>
    <dgm:cxn modelId="{72670C97-41AA-4EE9-9D18-218F73640E9B}" srcId="{62CCF211-1097-41B5-A3F9-F47127AE8928}" destId="{D7155B30-193F-4F4F-BC10-FDDFC38D727E}" srcOrd="0" destOrd="0" parTransId="{69BED7D5-F3D2-4C89-820F-8F39FCC4E004}" sibTransId="{DC0A3D96-A5FA-4DF0-B645-2DEB282A1E3D}"/>
    <dgm:cxn modelId="{BB915298-9CE6-4991-A07D-A71A85FE5985}" type="presOf" srcId="{7A7B36DD-290F-476A-884C-6B0C1B3E6E1B}" destId="{AA9CA79D-B820-4D26-94B6-D865546228BD}" srcOrd="0" destOrd="0" presId="urn:microsoft.com/office/officeart/2005/8/layout/hierarchy2"/>
    <dgm:cxn modelId="{4BA83B9E-6EB2-4D87-BB20-2BCB410A63EE}" srcId="{0D417342-261A-4AF6-BF6B-82BB5FA9A9CE}" destId="{3D698D4F-97F9-41E5-A3BD-4D6FA620325E}" srcOrd="1" destOrd="0" parTransId="{DE6D4676-3A79-4622-91A7-05102952ABDE}" sibTransId="{95898882-7F7F-4649-B579-24138691C962}"/>
    <dgm:cxn modelId="{F6C3C4A0-E88F-48BB-8B71-0881C75ECAFF}" type="presOf" srcId="{1C2A9705-19E4-464F-9CA9-3FF2DBE062A9}" destId="{2996F20F-464C-450A-B3D4-234E05763E36}" srcOrd="0" destOrd="0" presId="urn:microsoft.com/office/officeart/2005/8/layout/hierarchy2"/>
    <dgm:cxn modelId="{3AB8E2A3-35A9-4450-AF1A-5BC067FD3DAA}" type="presOf" srcId="{62CCF211-1097-41B5-A3F9-F47127AE8928}" destId="{4CDFE959-EA13-45E9-BF5B-D161383CF944}" srcOrd="0" destOrd="0" presId="urn:microsoft.com/office/officeart/2005/8/layout/hierarchy2"/>
    <dgm:cxn modelId="{71682EB7-69EC-4E02-AB06-5AAFE1D3C71D}" type="presOf" srcId="{D9D09446-EC3C-4B5E-9ECA-C9E7F4C1B414}" destId="{6D1F9A2B-6BCD-4F8B-B718-D35987CCAEC2}" srcOrd="1" destOrd="0" presId="urn:microsoft.com/office/officeart/2005/8/layout/hierarchy2"/>
    <dgm:cxn modelId="{0CC30FB8-542E-406E-A724-816D9FB2D72B}" type="presOf" srcId="{0C03B368-2107-4805-8493-354045C975BF}" destId="{148144E9-31EA-431D-A2E5-5BFAED35298F}" srcOrd="0" destOrd="0" presId="urn:microsoft.com/office/officeart/2005/8/layout/hierarchy2"/>
    <dgm:cxn modelId="{452E53C1-7F27-4F9A-A579-4DCB446B6901}" type="presOf" srcId="{DE6D4676-3A79-4622-91A7-05102952ABDE}" destId="{CF6DCB0E-4B83-4C48-8B3C-163630B983AF}" srcOrd="0" destOrd="0" presId="urn:microsoft.com/office/officeart/2005/8/layout/hierarchy2"/>
    <dgm:cxn modelId="{AE5C36C9-DC15-4579-9592-75C8231F1566}" type="presOf" srcId="{45097774-D1D4-47C1-8718-F80EB61F92DB}" destId="{B7AC1B86-9DF9-4DD4-99B2-81663F6C9FDA}" srcOrd="0" destOrd="0" presId="urn:microsoft.com/office/officeart/2005/8/layout/hierarchy2"/>
    <dgm:cxn modelId="{29534FC9-DBCB-4C86-A38D-F1E0891FC9C3}" type="presOf" srcId="{3D698D4F-97F9-41E5-A3BD-4D6FA620325E}" destId="{198E114B-C497-4C59-A3EB-DCB993C83FA7}" srcOrd="0" destOrd="0" presId="urn:microsoft.com/office/officeart/2005/8/layout/hierarchy2"/>
    <dgm:cxn modelId="{8BC20FD1-5604-431E-BD6D-116970DECB1F}" srcId="{73C0A2F2-4220-45D6-AF87-32048DD0361D}" destId="{0C03B368-2107-4805-8493-354045C975BF}" srcOrd="1" destOrd="0" parTransId="{D9D09446-EC3C-4B5E-9ECA-C9E7F4C1B414}" sibTransId="{410468C3-ABF2-4509-942B-4F13B26F859F}"/>
    <dgm:cxn modelId="{848DB6D6-C73E-4AFC-91C1-82AE0F332454}" type="presOf" srcId="{DE6D4676-3A79-4622-91A7-05102952ABDE}" destId="{ACB01C8A-543A-4B33-A94C-CBED98EAA92F}" srcOrd="1" destOrd="0" presId="urn:microsoft.com/office/officeart/2005/8/layout/hierarchy2"/>
    <dgm:cxn modelId="{D0BD5BD8-E775-424F-B85A-0EFD2DD41466}" type="presOf" srcId="{69BED7D5-F3D2-4C89-820F-8F39FCC4E004}" destId="{D910E476-DD86-401C-BC38-B1707AA00F36}" srcOrd="0" destOrd="0" presId="urn:microsoft.com/office/officeart/2005/8/layout/hierarchy2"/>
    <dgm:cxn modelId="{E7E095EA-A301-4122-B89B-D2ADA224057F}" type="presOf" srcId="{1E77907B-523B-4D56-BBA7-5A9D1A175CD2}" destId="{E714FF5C-5311-4B16-9E23-E41F33909FB6}" srcOrd="0" destOrd="0" presId="urn:microsoft.com/office/officeart/2005/8/layout/hierarchy2"/>
    <dgm:cxn modelId="{D60C8BF1-BEF7-4D4D-9036-E38E940F1973}" type="presOf" srcId="{73C0A2F2-4220-45D6-AF87-32048DD0361D}" destId="{099E7118-066B-4C47-AF3A-8F2B0DB2634A}" srcOrd="0" destOrd="0" presId="urn:microsoft.com/office/officeart/2005/8/layout/hierarchy2"/>
    <dgm:cxn modelId="{E3B946DF-7D48-44DE-BA8A-25D60E64EA67}" type="presParOf" srcId="{F427470D-376C-4F66-950A-A7F26D5A91C2}" destId="{7D529301-5DBB-4645-A62C-52BA984CEC2C}" srcOrd="0" destOrd="0" presId="urn:microsoft.com/office/officeart/2005/8/layout/hierarchy2"/>
    <dgm:cxn modelId="{86AAE5E1-7362-439B-9F53-1426F97289E6}" type="presParOf" srcId="{7D529301-5DBB-4645-A62C-52BA984CEC2C}" destId="{4CDFE959-EA13-45E9-BF5B-D161383CF944}" srcOrd="0" destOrd="0" presId="urn:microsoft.com/office/officeart/2005/8/layout/hierarchy2"/>
    <dgm:cxn modelId="{AA3F3B55-9F8F-4A0F-8AE0-5C80042AB973}" type="presParOf" srcId="{7D529301-5DBB-4645-A62C-52BA984CEC2C}" destId="{9481AE94-5148-44A5-8C31-64414FBD5E09}" srcOrd="1" destOrd="0" presId="urn:microsoft.com/office/officeart/2005/8/layout/hierarchy2"/>
    <dgm:cxn modelId="{56AE9B28-96BF-47A1-B97F-C7260868928B}" type="presParOf" srcId="{9481AE94-5148-44A5-8C31-64414FBD5E09}" destId="{D910E476-DD86-401C-BC38-B1707AA00F36}" srcOrd="0" destOrd="0" presId="urn:microsoft.com/office/officeart/2005/8/layout/hierarchy2"/>
    <dgm:cxn modelId="{7EA79545-9BC9-4D45-8FA7-364EBE0C3BB1}" type="presParOf" srcId="{D910E476-DD86-401C-BC38-B1707AA00F36}" destId="{0ACA45BF-9143-4B7E-ADA2-31E493F947EE}" srcOrd="0" destOrd="0" presId="urn:microsoft.com/office/officeart/2005/8/layout/hierarchy2"/>
    <dgm:cxn modelId="{D391B508-F8D1-45DA-8F28-70C21184A90F}" type="presParOf" srcId="{9481AE94-5148-44A5-8C31-64414FBD5E09}" destId="{E4685E55-BD6B-4338-84D8-07B765ECF15B}" srcOrd="1" destOrd="0" presId="urn:microsoft.com/office/officeart/2005/8/layout/hierarchy2"/>
    <dgm:cxn modelId="{78341665-39DD-4422-A070-9D81647BAD23}" type="presParOf" srcId="{E4685E55-BD6B-4338-84D8-07B765ECF15B}" destId="{8BB0B321-0719-4757-A207-181CABC739E0}" srcOrd="0" destOrd="0" presId="urn:microsoft.com/office/officeart/2005/8/layout/hierarchy2"/>
    <dgm:cxn modelId="{1106E3CC-2EA5-4E35-B791-95E18AF56E11}" type="presParOf" srcId="{E4685E55-BD6B-4338-84D8-07B765ECF15B}" destId="{2A968715-130D-4DA0-A508-A0C94E516FF2}" srcOrd="1" destOrd="0" presId="urn:microsoft.com/office/officeart/2005/8/layout/hierarchy2"/>
    <dgm:cxn modelId="{1763197F-BE75-4561-A76E-7DD8CC2965EF}" type="presParOf" srcId="{2A968715-130D-4DA0-A508-A0C94E516FF2}" destId="{B7AC1B86-9DF9-4DD4-99B2-81663F6C9FDA}" srcOrd="0" destOrd="0" presId="urn:microsoft.com/office/officeart/2005/8/layout/hierarchy2"/>
    <dgm:cxn modelId="{DE904276-7716-46C7-AB97-1D7C01DD2D72}" type="presParOf" srcId="{B7AC1B86-9DF9-4DD4-99B2-81663F6C9FDA}" destId="{25DDEC8A-678C-4DEE-ACE4-65223DFCE64A}" srcOrd="0" destOrd="0" presId="urn:microsoft.com/office/officeart/2005/8/layout/hierarchy2"/>
    <dgm:cxn modelId="{937098CE-A840-4A5E-8B07-DE7109234E72}" type="presParOf" srcId="{2A968715-130D-4DA0-A508-A0C94E516FF2}" destId="{C48AE6BA-F35A-4BC2-8D98-6F38415430C9}" srcOrd="1" destOrd="0" presId="urn:microsoft.com/office/officeart/2005/8/layout/hierarchy2"/>
    <dgm:cxn modelId="{0D369AD3-7D56-42A9-BEE8-195AAADF2717}" type="presParOf" srcId="{C48AE6BA-F35A-4BC2-8D98-6F38415430C9}" destId="{099E7118-066B-4C47-AF3A-8F2B0DB2634A}" srcOrd="0" destOrd="0" presId="urn:microsoft.com/office/officeart/2005/8/layout/hierarchy2"/>
    <dgm:cxn modelId="{DD31F623-CFF7-42FF-9F17-EA62B65FC49D}" type="presParOf" srcId="{C48AE6BA-F35A-4BC2-8D98-6F38415430C9}" destId="{C75BD26A-ACFC-4100-AD53-E0CA85B3A6B1}" srcOrd="1" destOrd="0" presId="urn:microsoft.com/office/officeart/2005/8/layout/hierarchy2"/>
    <dgm:cxn modelId="{5CE7CE30-A9F4-416F-B927-215A6487BDF9}" type="presParOf" srcId="{C75BD26A-ACFC-4100-AD53-E0CA85B3A6B1}" destId="{4DDBD462-F95C-4D37-BB1D-05D444DF55E0}" srcOrd="0" destOrd="0" presId="urn:microsoft.com/office/officeart/2005/8/layout/hierarchy2"/>
    <dgm:cxn modelId="{B9DFCB53-D2EB-42F7-896D-03A63878DF7B}" type="presParOf" srcId="{4DDBD462-F95C-4D37-BB1D-05D444DF55E0}" destId="{B309D0BC-6C93-488C-BE2A-A0364F414180}" srcOrd="0" destOrd="0" presId="urn:microsoft.com/office/officeart/2005/8/layout/hierarchy2"/>
    <dgm:cxn modelId="{1943F6FF-C25C-428F-B6B0-40AADAAE80D4}" type="presParOf" srcId="{C75BD26A-ACFC-4100-AD53-E0CA85B3A6B1}" destId="{070C3FC7-B8F4-4166-92DD-C9E7280A0682}" srcOrd="1" destOrd="0" presId="urn:microsoft.com/office/officeart/2005/8/layout/hierarchy2"/>
    <dgm:cxn modelId="{0728649F-3D85-4EB9-8EFC-D25CB42FBB05}" type="presParOf" srcId="{070C3FC7-B8F4-4166-92DD-C9E7280A0682}" destId="{AA9CA79D-B820-4D26-94B6-D865546228BD}" srcOrd="0" destOrd="0" presId="urn:microsoft.com/office/officeart/2005/8/layout/hierarchy2"/>
    <dgm:cxn modelId="{589F181E-475B-40C8-AFD4-091784B19E5A}" type="presParOf" srcId="{070C3FC7-B8F4-4166-92DD-C9E7280A0682}" destId="{235679F0-A701-4944-B0A9-1ED3A1C175EB}" srcOrd="1" destOrd="0" presId="urn:microsoft.com/office/officeart/2005/8/layout/hierarchy2"/>
    <dgm:cxn modelId="{4BAD3D5F-AE2D-4C0F-9A4D-3BADED4DC0BC}" type="presParOf" srcId="{C75BD26A-ACFC-4100-AD53-E0CA85B3A6B1}" destId="{CC9C8DAB-D051-4CC2-93B7-808E9017EE9D}" srcOrd="2" destOrd="0" presId="urn:microsoft.com/office/officeart/2005/8/layout/hierarchy2"/>
    <dgm:cxn modelId="{ACAEBC15-287B-4D60-AB37-07CCBB778E3E}" type="presParOf" srcId="{CC9C8DAB-D051-4CC2-93B7-808E9017EE9D}" destId="{6D1F9A2B-6BCD-4F8B-B718-D35987CCAEC2}" srcOrd="0" destOrd="0" presId="urn:microsoft.com/office/officeart/2005/8/layout/hierarchy2"/>
    <dgm:cxn modelId="{05EF4645-D007-4152-9D11-3338EC5AA142}" type="presParOf" srcId="{C75BD26A-ACFC-4100-AD53-E0CA85B3A6B1}" destId="{5189BC87-AED5-46F5-B499-82979BF87285}" srcOrd="3" destOrd="0" presId="urn:microsoft.com/office/officeart/2005/8/layout/hierarchy2"/>
    <dgm:cxn modelId="{5DBB417E-18E5-4DDE-BE03-F05D6AA6084E}" type="presParOf" srcId="{5189BC87-AED5-46F5-B499-82979BF87285}" destId="{148144E9-31EA-431D-A2E5-5BFAED35298F}" srcOrd="0" destOrd="0" presId="urn:microsoft.com/office/officeart/2005/8/layout/hierarchy2"/>
    <dgm:cxn modelId="{286CA19B-85E8-4C5E-9C28-A1D9C3F3C573}" type="presParOf" srcId="{5189BC87-AED5-46F5-B499-82979BF87285}" destId="{E33308F2-A4EC-4CC3-979F-CD4759441053}" srcOrd="1" destOrd="0" presId="urn:microsoft.com/office/officeart/2005/8/layout/hierarchy2"/>
    <dgm:cxn modelId="{850AD4EF-E655-4442-82B2-18EAECAD5923}" type="presParOf" srcId="{2A968715-130D-4DA0-A508-A0C94E516FF2}" destId="{F69E8474-F0A7-4DF8-86EA-C0377F983DF3}" srcOrd="2" destOrd="0" presId="urn:microsoft.com/office/officeart/2005/8/layout/hierarchy2"/>
    <dgm:cxn modelId="{9AB935AD-E9A4-4875-B5CD-DACD04CDB144}" type="presParOf" srcId="{F69E8474-F0A7-4DF8-86EA-C0377F983DF3}" destId="{66E3DFAC-57F9-4C39-8E7E-A2C6FDA19494}" srcOrd="0" destOrd="0" presId="urn:microsoft.com/office/officeart/2005/8/layout/hierarchy2"/>
    <dgm:cxn modelId="{37C5C4ED-65DA-4B66-99A5-BE5616EAF81E}" type="presParOf" srcId="{2A968715-130D-4DA0-A508-A0C94E516FF2}" destId="{F64371ED-C6A3-4B12-8971-6687C383ECF0}" srcOrd="3" destOrd="0" presId="urn:microsoft.com/office/officeart/2005/8/layout/hierarchy2"/>
    <dgm:cxn modelId="{CC937C37-9528-4519-BD38-C2580F690B00}" type="presParOf" srcId="{F64371ED-C6A3-4B12-8971-6687C383ECF0}" destId="{C46C9E25-B108-48CB-AD31-328209FC25E6}" srcOrd="0" destOrd="0" presId="urn:microsoft.com/office/officeart/2005/8/layout/hierarchy2"/>
    <dgm:cxn modelId="{9C75C0A7-100D-4001-8A00-E391D725D5C1}" type="presParOf" srcId="{F64371ED-C6A3-4B12-8971-6687C383ECF0}" destId="{8B0E6F10-5472-4C51-9FFA-6B028DB233AA}" srcOrd="1" destOrd="0" presId="urn:microsoft.com/office/officeart/2005/8/layout/hierarchy2"/>
    <dgm:cxn modelId="{E5AAC88F-BE26-47F1-9795-575CDA485F4C}" type="presParOf" srcId="{8B0E6F10-5472-4C51-9FFA-6B028DB233AA}" destId="{2996F20F-464C-450A-B3D4-234E05763E36}" srcOrd="0" destOrd="0" presId="urn:microsoft.com/office/officeart/2005/8/layout/hierarchy2"/>
    <dgm:cxn modelId="{67E90525-8B8B-4A8D-8B5A-33CD04199970}" type="presParOf" srcId="{2996F20F-464C-450A-B3D4-234E05763E36}" destId="{37FB5186-E66D-4464-995A-D8ECAF8052AE}" srcOrd="0" destOrd="0" presId="urn:microsoft.com/office/officeart/2005/8/layout/hierarchy2"/>
    <dgm:cxn modelId="{E9B526A9-ED40-4845-A43B-3A205C3621B7}" type="presParOf" srcId="{8B0E6F10-5472-4C51-9FFA-6B028DB233AA}" destId="{EB19FFDF-ADDE-4F79-84FE-F5260A6F8E67}" srcOrd="1" destOrd="0" presId="urn:microsoft.com/office/officeart/2005/8/layout/hierarchy2"/>
    <dgm:cxn modelId="{AB67FB0E-C336-4AEA-A567-DF4A4DDDA4F6}" type="presParOf" srcId="{EB19FFDF-ADDE-4F79-84FE-F5260A6F8E67}" destId="{E714FF5C-5311-4B16-9E23-E41F33909FB6}" srcOrd="0" destOrd="0" presId="urn:microsoft.com/office/officeart/2005/8/layout/hierarchy2"/>
    <dgm:cxn modelId="{6DC75EA2-9F9E-4AA1-A2D9-FCC6093FD024}" type="presParOf" srcId="{EB19FFDF-ADDE-4F79-84FE-F5260A6F8E67}" destId="{7B394DAD-0457-4517-98A3-309775DDD56C}" srcOrd="1" destOrd="0" presId="urn:microsoft.com/office/officeart/2005/8/layout/hierarchy2"/>
    <dgm:cxn modelId="{027D4EDB-B0E1-45FE-A7BC-F28D209592E7}" type="presParOf" srcId="{8B0E6F10-5472-4C51-9FFA-6B028DB233AA}" destId="{CF6DCB0E-4B83-4C48-8B3C-163630B983AF}" srcOrd="2" destOrd="0" presId="urn:microsoft.com/office/officeart/2005/8/layout/hierarchy2"/>
    <dgm:cxn modelId="{19DACBEB-DB30-4A87-9FA1-52C97F19F1CF}" type="presParOf" srcId="{CF6DCB0E-4B83-4C48-8B3C-163630B983AF}" destId="{ACB01C8A-543A-4B33-A94C-CBED98EAA92F}" srcOrd="0" destOrd="0" presId="urn:microsoft.com/office/officeart/2005/8/layout/hierarchy2"/>
    <dgm:cxn modelId="{88390773-9AD1-49B5-AD51-5D87E1D00772}" type="presParOf" srcId="{8B0E6F10-5472-4C51-9FFA-6B028DB233AA}" destId="{13F8BB15-1292-4FDB-983F-754CFECA8230}" srcOrd="3" destOrd="0" presId="urn:microsoft.com/office/officeart/2005/8/layout/hierarchy2"/>
    <dgm:cxn modelId="{2F2CD167-6FE6-4991-88F5-CED0B661F11A}" type="presParOf" srcId="{13F8BB15-1292-4FDB-983F-754CFECA8230}" destId="{198E114B-C497-4C59-A3EB-DCB993C83FA7}" srcOrd="0" destOrd="0" presId="urn:microsoft.com/office/officeart/2005/8/layout/hierarchy2"/>
    <dgm:cxn modelId="{F8CBC1D3-4A43-411B-ABEC-585F1B7E22F8}" type="presParOf" srcId="{13F8BB15-1292-4FDB-983F-754CFECA8230}" destId="{19ECD40A-D779-4B1D-8845-7B1705D1E5C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B00201-15AC-4AD4-ACA2-74A91E0C21A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2CCF211-1097-41B5-A3F9-F47127AE8928}">
      <dgm:prSet phldrT="[Text]" custT="1"/>
      <dgm:spPr>
        <a:solidFill>
          <a:srgbClr val="CC3311"/>
        </a:solidFill>
        <a:ln>
          <a:noFill/>
        </a:ln>
      </dgm:spPr>
      <dgm:t>
        <a:bodyPr/>
        <a:lstStyle/>
        <a:p>
          <a:r>
            <a:rPr lang="en-US" sz="1800" b="1">
              <a:latin typeface="Calibri"/>
              <a:ea typeface="Calibri"/>
              <a:cs typeface="Calibri"/>
            </a:rPr>
            <a:t>Wildfire</a:t>
          </a:r>
          <a:endParaRPr lang="en-GB" sz="1800" b="1">
            <a:latin typeface="Calibri"/>
            <a:ea typeface="Calibri"/>
            <a:cs typeface="Calibri"/>
          </a:endParaRPr>
        </a:p>
      </dgm:t>
    </dgm:pt>
    <dgm:pt modelId="{9FC59FE1-18E7-4903-ACCB-DDE28F8159B8}" type="parTrans" cxnId="{349ED579-B16B-4959-A716-B92CC0D0EE33}">
      <dgm:prSet/>
      <dgm:spPr/>
      <dgm:t>
        <a:bodyPr/>
        <a:lstStyle/>
        <a:p>
          <a:endParaRPr lang="en-GB"/>
        </a:p>
      </dgm:t>
    </dgm:pt>
    <dgm:pt modelId="{79415E5E-4939-4465-BDC4-D421E980DBEA}" type="sibTrans" cxnId="{349ED579-B16B-4959-A716-B92CC0D0EE33}">
      <dgm:prSet/>
      <dgm:spPr/>
      <dgm:t>
        <a:bodyPr/>
        <a:lstStyle/>
        <a:p>
          <a:endParaRPr lang="en-GB"/>
        </a:p>
      </dgm:t>
    </dgm:pt>
    <dgm:pt modelId="{0D417342-261A-4AF6-BF6B-82BB5FA9A9CE}">
      <dgm:prSet phldrT="[Text]" custT="1"/>
      <dgm:spPr>
        <a:solidFill>
          <a:srgbClr val="33A02C"/>
        </a:solidFill>
        <a:ln>
          <a:noFill/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>
            <a:solidFill>
              <a:schemeClr val="bg1"/>
            </a:solidFill>
            <a:latin typeface="Calibri"/>
            <a:ea typeface="Calibri"/>
            <a:cs typeface="Calibri"/>
          </a:endParaRPr>
        </a:p>
      </dgm:t>
    </dgm:pt>
    <dgm:pt modelId="{E4732BC4-1EC0-483D-94D5-BD8C896D7A95}" type="parTrans" cxnId="{9D69C254-774B-4D7A-A1AF-34BB6D0361F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87E85AE3-AD92-477F-BC2D-95909BFB9F43}" type="sibTrans" cxnId="{9D69C254-774B-4D7A-A1AF-34BB6D0361F7}">
      <dgm:prSet/>
      <dgm:spPr/>
      <dgm:t>
        <a:bodyPr/>
        <a:lstStyle/>
        <a:p>
          <a:endParaRPr lang="en-GB"/>
        </a:p>
      </dgm:t>
    </dgm:pt>
    <dgm:pt modelId="{1E77907B-523B-4D56-BBA7-5A9D1A175CD2}">
      <dgm:prSet phldrT="[Text]" custT="1"/>
      <dgm:spPr>
        <a:solidFill>
          <a:srgbClr val="B2DF8A"/>
        </a:solidFill>
        <a:ln>
          <a:noFill/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1C2A9705-19E4-464F-9CA9-3FF2DBE062A9}" type="parTrans" cxnId="{1C6B194E-47E2-4483-A92B-740A09C9F36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F7CD0B08-DC8C-492C-838C-34A97EDBC808}" type="sibTrans" cxnId="{1C6B194E-47E2-4483-A92B-740A09C9F366}">
      <dgm:prSet/>
      <dgm:spPr/>
      <dgm:t>
        <a:bodyPr/>
        <a:lstStyle/>
        <a:p>
          <a:endParaRPr lang="en-GB"/>
        </a:p>
      </dgm:t>
    </dgm:pt>
    <dgm:pt modelId="{3D698D4F-97F9-41E5-A3BD-4D6FA620325E}">
      <dgm:prSet phldrT="[Text]" custT="1"/>
      <dgm:spPr>
        <a:solidFill>
          <a:srgbClr val="B2DF8A"/>
        </a:solidFill>
        <a:ln>
          <a:noFill/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E6D4676-3A79-4622-91A7-05102952ABDE}" type="parTrans" cxnId="{4BA83B9E-6EB2-4D87-BB20-2BCB410A63E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95898882-7F7F-4649-B579-24138691C962}" type="sibTrans" cxnId="{4BA83B9E-6EB2-4D87-BB20-2BCB410A63EE}">
      <dgm:prSet/>
      <dgm:spPr/>
      <dgm:t>
        <a:bodyPr/>
        <a:lstStyle/>
        <a:p>
          <a:endParaRPr lang="en-GB"/>
        </a:p>
      </dgm:t>
    </dgm:pt>
    <dgm:pt modelId="{D7155B30-193F-4F4F-BC10-FDDFC38D727E}">
      <dgm:prSet phldrT="[Text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 dirty="0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69BED7D5-F3D2-4C89-820F-8F39FCC4E004}" type="parTrans" cxnId="{72670C97-41AA-4EE9-9D18-218F73640E9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DC0A3D96-A5FA-4DF0-B645-2DEB282A1E3D}" type="sibTrans" cxnId="{72670C97-41AA-4EE9-9D18-218F73640E9B}">
      <dgm:prSet/>
      <dgm:spPr/>
      <dgm:t>
        <a:bodyPr/>
        <a:lstStyle/>
        <a:p>
          <a:endParaRPr lang="en-GB"/>
        </a:p>
      </dgm:t>
    </dgm:pt>
    <dgm:pt modelId="{73C0A2F2-4220-45D6-AF87-32048DD0361D}">
      <dgm:prSet phldrT="[Text]" custT="1"/>
      <dgm:spPr>
        <a:solidFill>
          <a:srgbClr val="1F78B4"/>
        </a:solidFill>
        <a:ln>
          <a:noFill/>
        </a:ln>
      </dgm:spPr>
      <dgm:t>
        <a:bodyPr/>
        <a:lstStyle/>
        <a:p>
          <a:r>
            <a:rPr lang="en-US" sz="1800" b="1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5097774-D1D4-47C1-8718-F80EB61F92DB}" type="parTrans" cxnId="{56F7ED0F-21A0-461F-9B74-8F945480381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81FA5B02-9140-480A-A3DC-8DFDBD4341C6}" type="sibTrans" cxnId="{56F7ED0F-21A0-461F-9B74-8F9454803810}">
      <dgm:prSet/>
      <dgm:spPr/>
      <dgm:t>
        <a:bodyPr/>
        <a:lstStyle/>
        <a:p>
          <a:endParaRPr lang="en-GB"/>
        </a:p>
      </dgm:t>
    </dgm:pt>
    <dgm:pt modelId="{7A7B36DD-290F-476A-884C-6B0C1B3E6E1B}">
      <dgm:prSet phldrT="[Text]" custT="1"/>
      <dgm:spPr>
        <a:solidFill>
          <a:srgbClr val="A6CEE3"/>
        </a:solidFill>
        <a:ln>
          <a:noFill/>
        </a:ln>
      </dgm:spPr>
      <dgm:t>
        <a:bodyPr/>
        <a:lstStyle/>
        <a:p>
          <a:pPr rtl="0"/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8F2AC90-96A0-429E-BBE6-D13EC109F6AA}" type="parTrans" cxnId="{73B7ED19-BDAC-42F8-B76F-4522AD20990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6F58B2F6-2E43-4966-84B2-1B519DAAB803}" type="sibTrans" cxnId="{73B7ED19-BDAC-42F8-B76F-4522AD20990B}">
      <dgm:prSet/>
      <dgm:spPr/>
      <dgm:t>
        <a:bodyPr/>
        <a:lstStyle/>
        <a:p>
          <a:endParaRPr lang="en-GB"/>
        </a:p>
      </dgm:t>
    </dgm:pt>
    <dgm:pt modelId="{0C03B368-2107-4805-8493-354045C975BF}">
      <dgm:prSet phldrT="[Text]" custT="1"/>
      <dgm:spPr>
        <a:solidFill>
          <a:srgbClr val="A6CEE3"/>
        </a:solidFill>
        <a:ln>
          <a:noFill/>
        </a:ln>
      </dgm:spPr>
      <dgm:t>
        <a:bodyPr/>
        <a:lstStyle/>
        <a:p>
          <a:r>
            <a:rPr lang="en-US" sz="1800" b="1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>
            <a:solidFill>
              <a:schemeClr val="tx1"/>
            </a:solidFill>
            <a:latin typeface="Calibri"/>
            <a:ea typeface="Calibri"/>
            <a:cs typeface="Calibri"/>
          </a:endParaRPr>
        </a:p>
      </dgm:t>
    </dgm:pt>
    <dgm:pt modelId="{D9D09446-EC3C-4B5E-9ECA-C9E7F4C1B414}" type="parTrans" cxnId="{8BC20FD1-5604-431E-BD6D-116970DECB1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410468C3-ABF2-4509-942B-4F13B26F859F}" type="sibTrans" cxnId="{8BC20FD1-5604-431E-BD6D-116970DECB1F}">
      <dgm:prSet/>
      <dgm:spPr/>
      <dgm:t>
        <a:bodyPr/>
        <a:lstStyle/>
        <a:p>
          <a:endParaRPr lang="en-GB"/>
        </a:p>
      </dgm:t>
    </dgm:pt>
    <dgm:pt modelId="{F427470D-376C-4F66-950A-A7F26D5A91C2}" type="pres">
      <dgm:prSet presAssocID="{8FB00201-15AC-4AD4-ACA2-74A91E0C21A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D529301-5DBB-4645-A62C-52BA984CEC2C}" type="pres">
      <dgm:prSet presAssocID="{62CCF211-1097-41B5-A3F9-F47127AE8928}" presName="root1" presStyleCnt="0"/>
      <dgm:spPr/>
    </dgm:pt>
    <dgm:pt modelId="{4CDFE959-EA13-45E9-BF5B-D161383CF944}" type="pres">
      <dgm:prSet presAssocID="{62CCF211-1097-41B5-A3F9-F47127AE8928}" presName="LevelOneTextNode" presStyleLbl="node0" presStyleIdx="0" presStyleCnt="1" custScaleX="164168" custScaleY="76203" custLinFactNeighborX="3799">
        <dgm:presLayoutVars>
          <dgm:chPref val="3"/>
        </dgm:presLayoutVars>
      </dgm:prSet>
      <dgm:spPr>
        <a:prstGeom prst="roundRect">
          <a:avLst/>
        </a:prstGeom>
      </dgm:spPr>
    </dgm:pt>
    <dgm:pt modelId="{9481AE94-5148-44A5-8C31-64414FBD5E09}" type="pres">
      <dgm:prSet presAssocID="{62CCF211-1097-41B5-A3F9-F47127AE8928}" presName="level2hierChild" presStyleCnt="0"/>
      <dgm:spPr/>
    </dgm:pt>
    <dgm:pt modelId="{D910E476-DD86-401C-BC38-B1707AA00F36}" type="pres">
      <dgm:prSet presAssocID="{69BED7D5-F3D2-4C89-820F-8F39FCC4E004}" presName="conn2-1" presStyleLbl="parChTrans1D2" presStyleIdx="0" presStyleCnt="1" custScaleX="2000000" custScaleY="2000000"/>
      <dgm:spPr/>
    </dgm:pt>
    <dgm:pt modelId="{0ACA45BF-9143-4B7E-ADA2-31E493F947EE}" type="pres">
      <dgm:prSet presAssocID="{69BED7D5-F3D2-4C89-820F-8F39FCC4E004}" presName="connTx" presStyleLbl="parChTrans1D2" presStyleIdx="0" presStyleCnt="1"/>
      <dgm:spPr/>
    </dgm:pt>
    <dgm:pt modelId="{E4685E55-BD6B-4338-84D8-07B765ECF15B}" type="pres">
      <dgm:prSet presAssocID="{D7155B30-193F-4F4F-BC10-FDDFC38D727E}" presName="root2" presStyleCnt="0"/>
      <dgm:spPr/>
    </dgm:pt>
    <dgm:pt modelId="{8BB0B321-0719-4757-A207-181CABC739E0}" type="pres">
      <dgm:prSet presAssocID="{D7155B30-193F-4F4F-BC10-FDDFC38D727E}" presName="LevelTwoTextNode" presStyleLbl="node2" presStyleIdx="0" presStyleCnt="1" custScaleX="164168" custScaleY="76203" custLinFactNeighborX="5916">
        <dgm:presLayoutVars>
          <dgm:chPref val="3"/>
        </dgm:presLayoutVars>
      </dgm:prSet>
      <dgm:spPr>
        <a:prstGeom prst="roundRect">
          <a:avLst/>
        </a:prstGeom>
      </dgm:spPr>
    </dgm:pt>
    <dgm:pt modelId="{2A968715-130D-4DA0-A508-A0C94E516FF2}" type="pres">
      <dgm:prSet presAssocID="{D7155B30-193F-4F4F-BC10-FDDFC38D727E}" presName="level3hierChild" presStyleCnt="0"/>
      <dgm:spPr/>
    </dgm:pt>
    <dgm:pt modelId="{B7AC1B86-9DF9-4DD4-99B2-81663F6C9FDA}" type="pres">
      <dgm:prSet presAssocID="{45097774-D1D4-47C1-8718-F80EB61F92DB}" presName="conn2-1" presStyleLbl="parChTrans1D3" presStyleIdx="0" presStyleCnt="2"/>
      <dgm:spPr/>
    </dgm:pt>
    <dgm:pt modelId="{25DDEC8A-678C-4DEE-ACE4-65223DFCE64A}" type="pres">
      <dgm:prSet presAssocID="{45097774-D1D4-47C1-8718-F80EB61F92DB}" presName="connTx" presStyleLbl="parChTrans1D3" presStyleIdx="0" presStyleCnt="2"/>
      <dgm:spPr/>
    </dgm:pt>
    <dgm:pt modelId="{C48AE6BA-F35A-4BC2-8D98-6F38415430C9}" type="pres">
      <dgm:prSet presAssocID="{73C0A2F2-4220-45D6-AF87-32048DD0361D}" presName="root2" presStyleCnt="0"/>
      <dgm:spPr/>
    </dgm:pt>
    <dgm:pt modelId="{099E7118-066B-4C47-AF3A-8F2B0DB2634A}" type="pres">
      <dgm:prSet presAssocID="{73C0A2F2-4220-45D6-AF87-32048DD0361D}" presName="LevelTwoTextNode" presStyleLbl="node3" presStyleIdx="0" presStyleCnt="2" custScaleX="164168" custScaleY="76203" custLinFactNeighborX="12244">
        <dgm:presLayoutVars>
          <dgm:chPref val="3"/>
        </dgm:presLayoutVars>
      </dgm:prSet>
      <dgm:spPr>
        <a:prstGeom prst="roundRect">
          <a:avLst/>
        </a:prstGeom>
      </dgm:spPr>
    </dgm:pt>
    <dgm:pt modelId="{C75BD26A-ACFC-4100-AD53-E0CA85B3A6B1}" type="pres">
      <dgm:prSet presAssocID="{73C0A2F2-4220-45D6-AF87-32048DD0361D}" presName="level3hierChild" presStyleCnt="0"/>
      <dgm:spPr/>
    </dgm:pt>
    <dgm:pt modelId="{4DDBD462-F95C-4D37-BB1D-05D444DF55E0}" type="pres">
      <dgm:prSet presAssocID="{38F2AC90-96A0-429E-BBE6-D13EC109F6AA}" presName="conn2-1" presStyleLbl="parChTrans1D4" presStyleIdx="0" presStyleCnt="4" custScaleX="2000000" custScaleY="2000000"/>
      <dgm:spPr/>
    </dgm:pt>
    <dgm:pt modelId="{B309D0BC-6C93-488C-BE2A-A0364F414180}" type="pres">
      <dgm:prSet presAssocID="{38F2AC90-96A0-429E-BBE6-D13EC109F6AA}" presName="connTx" presStyleLbl="parChTrans1D4" presStyleIdx="0" presStyleCnt="4"/>
      <dgm:spPr/>
    </dgm:pt>
    <dgm:pt modelId="{070C3FC7-B8F4-4166-92DD-C9E7280A0682}" type="pres">
      <dgm:prSet presAssocID="{7A7B36DD-290F-476A-884C-6B0C1B3E6E1B}" presName="root2" presStyleCnt="0"/>
      <dgm:spPr/>
    </dgm:pt>
    <dgm:pt modelId="{AA9CA79D-B820-4D26-94B6-D865546228BD}" type="pres">
      <dgm:prSet presAssocID="{7A7B36DD-290F-476A-884C-6B0C1B3E6E1B}" presName="LevelTwoTextNode" presStyleLbl="node4" presStyleIdx="0" presStyleCnt="4" custScaleX="164168" custScaleY="76203" custLinFactNeighborX="16647">
        <dgm:presLayoutVars>
          <dgm:chPref val="3"/>
        </dgm:presLayoutVars>
      </dgm:prSet>
      <dgm:spPr>
        <a:prstGeom prst="roundRect">
          <a:avLst/>
        </a:prstGeom>
      </dgm:spPr>
    </dgm:pt>
    <dgm:pt modelId="{235679F0-A701-4944-B0A9-1ED3A1C175EB}" type="pres">
      <dgm:prSet presAssocID="{7A7B36DD-290F-476A-884C-6B0C1B3E6E1B}" presName="level3hierChild" presStyleCnt="0"/>
      <dgm:spPr/>
    </dgm:pt>
    <dgm:pt modelId="{CC9C8DAB-D051-4CC2-93B7-808E9017EE9D}" type="pres">
      <dgm:prSet presAssocID="{D9D09446-EC3C-4B5E-9ECA-C9E7F4C1B414}" presName="conn2-1" presStyleLbl="parChTrans1D4" presStyleIdx="1" presStyleCnt="4"/>
      <dgm:spPr/>
    </dgm:pt>
    <dgm:pt modelId="{6D1F9A2B-6BCD-4F8B-B718-D35987CCAEC2}" type="pres">
      <dgm:prSet presAssocID="{D9D09446-EC3C-4B5E-9ECA-C9E7F4C1B414}" presName="connTx" presStyleLbl="parChTrans1D4" presStyleIdx="1" presStyleCnt="4"/>
      <dgm:spPr/>
    </dgm:pt>
    <dgm:pt modelId="{5189BC87-AED5-46F5-B499-82979BF87285}" type="pres">
      <dgm:prSet presAssocID="{0C03B368-2107-4805-8493-354045C975BF}" presName="root2" presStyleCnt="0"/>
      <dgm:spPr/>
    </dgm:pt>
    <dgm:pt modelId="{148144E9-31EA-431D-A2E5-5BFAED35298F}" type="pres">
      <dgm:prSet presAssocID="{0C03B368-2107-4805-8493-354045C975BF}" presName="LevelTwoTextNode" presStyleLbl="node4" presStyleIdx="1" presStyleCnt="4" custScaleX="164168" custScaleY="76203" custLinFactNeighborX="16647">
        <dgm:presLayoutVars>
          <dgm:chPref val="3"/>
        </dgm:presLayoutVars>
      </dgm:prSet>
      <dgm:spPr>
        <a:prstGeom prst="roundRect">
          <a:avLst/>
        </a:prstGeom>
      </dgm:spPr>
    </dgm:pt>
    <dgm:pt modelId="{E33308F2-A4EC-4CC3-979F-CD4759441053}" type="pres">
      <dgm:prSet presAssocID="{0C03B368-2107-4805-8493-354045C975BF}" presName="level3hierChild" presStyleCnt="0"/>
      <dgm:spPr/>
    </dgm:pt>
    <dgm:pt modelId="{F69E8474-F0A7-4DF8-86EA-C0377F983DF3}" type="pres">
      <dgm:prSet presAssocID="{E4732BC4-1EC0-483D-94D5-BD8C896D7A95}" presName="conn2-1" presStyleLbl="parChTrans1D3" presStyleIdx="1" presStyleCnt="2" custScaleX="2000000" custScaleY="2000000"/>
      <dgm:spPr/>
    </dgm:pt>
    <dgm:pt modelId="{66E3DFAC-57F9-4C39-8E7E-A2C6FDA19494}" type="pres">
      <dgm:prSet presAssocID="{E4732BC4-1EC0-483D-94D5-BD8C896D7A95}" presName="connTx" presStyleLbl="parChTrans1D3" presStyleIdx="1" presStyleCnt="2"/>
      <dgm:spPr/>
    </dgm:pt>
    <dgm:pt modelId="{F64371ED-C6A3-4B12-8971-6687C383ECF0}" type="pres">
      <dgm:prSet presAssocID="{0D417342-261A-4AF6-BF6B-82BB5FA9A9CE}" presName="root2" presStyleCnt="0"/>
      <dgm:spPr/>
    </dgm:pt>
    <dgm:pt modelId="{C46C9E25-B108-48CB-AD31-328209FC25E6}" type="pres">
      <dgm:prSet presAssocID="{0D417342-261A-4AF6-BF6B-82BB5FA9A9CE}" presName="LevelTwoTextNode" presStyleLbl="node3" presStyleIdx="1" presStyleCnt="2" custScaleX="164168" custScaleY="76203" custLinFactNeighborX="12244">
        <dgm:presLayoutVars>
          <dgm:chPref val="3"/>
        </dgm:presLayoutVars>
      </dgm:prSet>
      <dgm:spPr>
        <a:prstGeom prst="roundRect">
          <a:avLst/>
        </a:prstGeom>
      </dgm:spPr>
    </dgm:pt>
    <dgm:pt modelId="{8B0E6F10-5472-4C51-9FFA-6B028DB233AA}" type="pres">
      <dgm:prSet presAssocID="{0D417342-261A-4AF6-BF6B-82BB5FA9A9CE}" presName="level3hierChild" presStyleCnt="0"/>
      <dgm:spPr/>
    </dgm:pt>
    <dgm:pt modelId="{2996F20F-464C-450A-B3D4-234E05763E36}" type="pres">
      <dgm:prSet presAssocID="{1C2A9705-19E4-464F-9CA9-3FF2DBE062A9}" presName="conn2-1" presStyleLbl="parChTrans1D4" presStyleIdx="2" presStyleCnt="4" custScaleX="2000000" custScaleY="2000000"/>
      <dgm:spPr/>
    </dgm:pt>
    <dgm:pt modelId="{37FB5186-E66D-4464-995A-D8ECAF8052AE}" type="pres">
      <dgm:prSet presAssocID="{1C2A9705-19E4-464F-9CA9-3FF2DBE062A9}" presName="connTx" presStyleLbl="parChTrans1D4" presStyleIdx="2" presStyleCnt="4"/>
      <dgm:spPr/>
    </dgm:pt>
    <dgm:pt modelId="{EB19FFDF-ADDE-4F79-84FE-F5260A6F8E67}" type="pres">
      <dgm:prSet presAssocID="{1E77907B-523B-4D56-BBA7-5A9D1A175CD2}" presName="root2" presStyleCnt="0"/>
      <dgm:spPr/>
    </dgm:pt>
    <dgm:pt modelId="{E714FF5C-5311-4B16-9E23-E41F33909FB6}" type="pres">
      <dgm:prSet presAssocID="{1E77907B-523B-4D56-BBA7-5A9D1A175CD2}" presName="LevelTwoTextNode" presStyleLbl="node4" presStyleIdx="2" presStyleCnt="4" custScaleX="164168" custScaleY="76203" custLinFactNeighborX="16647">
        <dgm:presLayoutVars>
          <dgm:chPref val="3"/>
        </dgm:presLayoutVars>
      </dgm:prSet>
      <dgm:spPr>
        <a:prstGeom prst="roundRect">
          <a:avLst/>
        </a:prstGeom>
      </dgm:spPr>
    </dgm:pt>
    <dgm:pt modelId="{7B394DAD-0457-4517-98A3-309775DDD56C}" type="pres">
      <dgm:prSet presAssocID="{1E77907B-523B-4D56-BBA7-5A9D1A175CD2}" presName="level3hierChild" presStyleCnt="0"/>
      <dgm:spPr/>
    </dgm:pt>
    <dgm:pt modelId="{CF6DCB0E-4B83-4C48-8B3C-163630B983AF}" type="pres">
      <dgm:prSet presAssocID="{DE6D4676-3A79-4622-91A7-05102952ABDE}" presName="conn2-1" presStyleLbl="parChTrans1D4" presStyleIdx="3" presStyleCnt="4" custScaleX="2000000" custScaleY="2000000"/>
      <dgm:spPr/>
    </dgm:pt>
    <dgm:pt modelId="{ACB01C8A-543A-4B33-A94C-CBED98EAA92F}" type="pres">
      <dgm:prSet presAssocID="{DE6D4676-3A79-4622-91A7-05102952ABDE}" presName="connTx" presStyleLbl="parChTrans1D4" presStyleIdx="3" presStyleCnt="4"/>
      <dgm:spPr/>
    </dgm:pt>
    <dgm:pt modelId="{13F8BB15-1292-4FDB-983F-754CFECA8230}" type="pres">
      <dgm:prSet presAssocID="{3D698D4F-97F9-41E5-A3BD-4D6FA620325E}" presName="root2" presStyleCnt="0"/>
      <dgm:spPr/>
    </dgm:pt>
    <dgm:pt modelId="{198E114B-C497-4C59-A3EB-DCB993C83FA7}" type="pres">
      <dgm:prSet presAssocID="{3D698D4F-97F9-41E5-A3BD-4D6FA620325E}" presName="LevelTwoTextNode" presStyleLbl="node4" presStyleIdx="3" presStyleCnt="4" custScaleX="164168" custScaleY="76203" custLinFactNeighborX="16647">
        <dgm:presLayoutVars>
          <dgm:chPref val="3"/>
        </dgm:presLayoutVars>
      </dgm:prSet>
      <dgm:spPr>
        <a:prstGeom prst="roundRect">
          <a:avLst/>
        </a:prstGeom>
      </dgm:spPr>
    </dgm:pt>
    <dgm:pt modelId="{19ECD40A-D779-4B1D-8845-7B1705D1E5C9}" type="pres">
      <dgm:prSet presAssocID="{3D698D4F-97F9-41E5-A3BD-4D6FA620325E}" presName="level3hierChild" presStyleCnt="0"/>
      <dgm:spPr/>
    </dgm:pt>
  </dgm:ptLst>
  <dgm:cxnLst>
    <dgm:cxn modelId="{56F7ED0F-21A0-461F-9B74-8F9454803810}" srcId="{D7155B30-193F-4F4F-BC10-FDDFC38D727E}" destId="{73C0A2F2-4220-45D6-AF87-32048DD0361D}" srcOrd="0" destOrd="0" parTransId="{45097774-D1D4-47C1-8718-F80EB61F92DB}" sibTransId="{81FA5B02-9140-480A-A3DC-8DFDBD4341C6}"/>
    <dgm:cxn modelId="{95C5B017-AF8E-4F88-B157-5F5C78B22737}" type="presOf" srcId="{D7155B30-193F-4F4F-BC10-FDDFC38D727E}" destId="{8BB0B321-0719-4757-A207-181CABC739E0}" srcOrd="0" destOrd="0" presId="urn:microsoft.com/office/officeart/2005/8/layout/hierarchy2"/>
    <dgm:cxn modelId="{73B7ED19-BDAC-42F8-B76F-4522AD20990B}" srcId="{73C0A2F2-4220-45D6-AF87-32048DD0361D}" destId="{7A7B36DD-290F-476A-884C-6B0C1B3E6E1B}" srcOrd="0" destOrd="0" parTransId="{38F2AC90-96A0-429E-BBE6-D13EC109F6AA}" sibTransId="{6F58B2F6-2E43-4966-84B2-1B519DAAB803}"/>
    <dgm:cxn modelId="{E05DC123-0A57-4E00-B9FA-7D7F8AC684E5}" type="presOf" srcId="{1C2A9705-19E4-464F-9CA9-3FF2DBE062A9}" destId="{37FB5186-E66D-4464-995A-D8ECAF8052AE}" srcOrd="1" destOrd="0" presId="urn:microsoft.com/office/officeart/2005/8/layout/hierarchy2"/>
    <dgm:cxn modelId="{593E0A24-33F4-4595-83F7-5BF989B05EF2}" type="presOf" srcId="{38F2AC90-96A0-429E-BBE6-D13EC109F6AA}" destId="{4DDBD462-F95C-4D37-BB1D-05D444DF55E0}" srcOrd="0" destOrd="0" presId="urn:microsoft.com/office/officeart/2005/8/layout/hierarchy2"/>
    <dgm:cxn modelId="{55C4E337-4CA6-4E54-A724-4F1E2FBF4A24}" type="presOf" srcId="{E4732BC4-1EC0-483D-94D5-BD8C896D7A95}" destId="{66E3DFAC-57F9-4C39-8E7E-A2C6FDA19494}" srcOrd="1" destOrd="0" presId="urn:microsoft.com/office/officeart/2005/8/layout/hierarchy2"/>
    <dgm:cxn modelId="{C0F8033C-B2BF-48FB-8A25-641F95D3CB21}" type="presOf" srcId="{D9D09446-EC3C-4B5E-9ECA-C9E7F4C1B414}" destId="{CC9C8DAB-D051-4CC2-93B7-808E9017EE9D}" srcOrd="0" destOrd="0" presId="urn:microsoft.com/office/officeart/2005/8/layout/hierarchy2"/>
    <dgm:cxn modelId="{B9846563-230A-4EF3-9D20-D7B040FB8DB4}" type="presOf" srcId="{8FB00201-15AC-4AD4-ACA2-74A91E0C21A6}" destId="{F427470D-376C-4F66-950A-A7F26D5A91C2}" srcOrd="0" destOrd="0" presId="urn:microsoft.com/office/officeart/2005/8/layout/hierarchy2"/>
    <dgm:cxn modelId="{2776DD6C-F049-4E0E-81D9-64B0CDF8D9CB}" type="presOf" srcId="{38F2AC90-96A0-429E-BBE6-D13EC109F6AA}" destId="{B309D0BC-6C93-488C-BE2A-A0364F414180}" srcOrd="1" destOrd="0" presId="urn:microsoft.com/office/officeart/2005/8/layout/hierarchy2"/>
    <dgm:cxn modelId="{1C6B194E-47E2-4483-A92B-740A09C9F366}" srcId="{0D417342-261A-4AF6-BF6B-82BB5FA9A9CE}" destId="{1E77907B-523B-4D56-BBA7-5A9D1A175CD2}" srcOrd="0" destOrd="0" parTransId="{1C2A9705-19E4-464F-9CA9-3FF2DBE062A9}" sibTransId="{F7CD0B08-DC8C-492C-838C-34A97EDBC808}"/>
    <dgm:cxn modelId="{2D69C74E-8DB8-4E7B-8779-D70C81FA0285}" type="presOf" srcId="{E4732BC4-1EC0-483D-94D5-BD8C896D7A95}" destId="{F69E8474-F0A7-4DF8-86EA-C0377F983DF3}" srcOrd="0" destOrd="0" presId="urn:microsoft.com/office/officeart/2005/8/layout/hierarchy2"/>
    <dgm:cxn modelId="{F3FCB250-F0F4-4D88-B769-7BBDA451184E}" type="presOf" srcId="{69BED7D5-F3D2-4C89-820F-8F39FCC4E004}" destId="{0ACA45BF-9143-4B7E-ADA2-31E493F947EE}" srcOrd="1" destOrd="0" presId="urn:microsoft.com/office/officeart/2005/8/layout/hierarchy2"/>
    <dgm:cxn modelId="{9D69C254-774B-4D7A-A1AF-34BB6D0361F7}" srcId="{D7155B30-193F-4F4F-BC10-FDDFC38D727E}" destId="{0D417342-261A-4AF6-BF6B-82BB5FA9A9CE}" srcOrd="1" destOrd="0" parTransId="{E4732BC4-1EC0-483D-94D5-BD8C896D7A95}" sibTransId="{87E85AE3-AD92-477F-BC2D-95909BFB9F43}"/>
    <dgm:cxn modelId="{81DE9078-7B65-4993-BB35-803816BBDCCB}" type="presOf" srcId="{45097774-D1D4-47C1-8718-F80EB61F92DB}" destId="{25DDEC8A-678C-4DEE-ACE4-65223DFCE64A}" srcOrd="1" destOrd="0" presId="urn:microsoft.com/office/officeart/2005/8/layout/hierarchy2"/>
    <dgm:cxn modelId="{349ED579-B16B-4959-A716-B92CC0D0EE33}" srcId="{8FB00201-15AC-4AD4-ACA2-74A91E0C21A6}" destId="{62CCF211-1097-41B5-A3F9-F47127AE8928}" srcOrd="0" destOrd="0" parTransId="{9FC59FE1-18E7-4903-ACCB-DDE28F8159B8}" sibTransId="{79415E5E-4939-4465-BDC4-D421E980DBEA}"/>
    <dgm:cxn modelId="{0F1C5980-7440-4A36-8FA3-7F47FC1D9F82}" type="presOf" srcId="{0D417342-261A-4AF6-BF6B-82BB5FA9A9CE}" destId="{C46C9E25-B108-48CB-AD31-328209FC25E6}" srcOrd="0" destOrd="0" presId="urn:microsoft.com/office/officeart/2005/8/layout/hierarchy2"/>
    <dgm:cxn modelId="{72670C97-41AA-4EE9-9D18-218F73640E9B}" srcId="{62CCF211-1097-41B5-A3F9-F47127AE8928}" destId="{D7155B30-193F-4F4F-BC10-FDDFC38D727E}" srcOrd="0" destOrd="0" parTransId="{69BED7D5-F3D2-4C89-820F-8F39FCC4E004}" sibTransId="{DC0A3D96-A5FA-4DF0-B645-2DEB282A1E3D}"/>
    <dgm:cxn modelId="{BB915298-9CE6-4991-A07D-A71A85FE5985}" type="presOf" srcId="{7A7B36DD-290F-476A-884C-6B0C1B3E6E1B}" destId="{AA9CA79D-B820-4D26-94B6-D865546228BD}" srcOrd="0" destOrd="0" presId="urn:microsoft.com/office/officeart/2005/8/layout/hierarchy2"/>
    <dgm:cxn modelId="{4BA83B9E-6EB2-4D87-BB20-2BCB410A63EE}" srcId="{0D417342-261A-4AF6-BF6B-82BB5FA9A9CE}" destId="{3D698D4F-97F9-41E5-A3BD-4D6FA620325E}" srcOrd="1" destOrd="0" parTransId="{DE6D4676-3A79-4622-91A7-05102952ABDE}" sibTransId="{95898882-7F7F-4649-B579-24138691C962}"/>
    <dgm:cxn modelId="{F6C3C4A0-E88F-48BB-8B71-0881C75ECAFF}" type="presOf" srcId="{1C2A9705-19E4-464F-9CA9-3FF2DBE062A9}" destId="{2996F20F-464C-450A-B3D4-234E05763E36}" srcOrd="0" destOrd="0" presId="urn:microsoft.com/office/officeart/2005/8/layout/hierarchy2"/>
    <dgm:cxn modelId="{3AB8E2A3-35A9-4450-AF1A-5BC067FD3DAA}" type="presOf" srcId="{62CCF211-1097-41B5-A3F9-F47127AE8928}" destId="{4CDFE959-EA13-45E9-BF5B-D161383CF944}" srcOrd="0" destOrd="0" presId="urn:microsoft.com/office/officeart/2005/8/layout/hierarchy2"/>
    <dgm:cxn modelId="{71682EB7-69EC-4E02-AB06-5AAFE1D3C71D}" type="presOf" srcId="{D9D09446-EC3C-4B5E-9ECA-C9E7F4C1B414}" destId="{6D1F9A2B-6BCD-4F8B-B718-D35987CCAEC2}" srcOrd="1" destOrd="0" presId="urn:microsoft.com/office/officeart/2005/8/layout/hierarchy2"/>
    <dgm:cxn modelId="{0CC30FB8-542E-406E-A724-816D9FB2D72B}" type="presOf" srcId="{0C03B368-2107-4805-8493-354045C975BF}" destId="{148144E9-31EA-431D-A2E5-5BFAED35298F}" srcOrd="0" destOrd="0" presId="urn:microsoft.com/office/officeart/2005/8/layout/hierarchy2"/>
    <dgm:cxn modelId="{452E53C1-7F27-4F9A-A579-4DCB446B6901}" type="presOf" srcId="{DE6D4676-3A79-4622-91A7-05102952ABDE}" destId="{CF6DCB0E-4B83-4C48-8B3C-163630B983AF}" srcOrd="0" destOrd="0" presId="urn:microsoft.com/office/officeart/2005/8/layout/hierarchy2"/>
    <dgm:cxn modelId="{AE5C36C9-DC15-4579-9592-75C8231F1566}" type="presOf" srcId="{45097774-D1D4-47C1-8718-F80EB61F92DB}" destId="{B7AC1B86-9DF9-4DD4-99B2-81663F6C9FDA}" srcOrd="0" destOrd="0" presId="urn:microsoft.com/office/officeart/2005/8/layout/hierarchy2"/>
    <dgm:cxn modelId="{29534FC9-DBCB-4C86-A38D-F1E0891FC9C3}" type="presOf" srcId="{3D698D4F-97F9-41E5-A3BD-4D6FA620325E}" destId="{198E114B-C497-4C59-A3EB-DCB993C83FA7}" srcOrd="0" destOrd="0" presId="urn:microsoft.com/office/officeart/2005/8/layout/hierarchy2"/>
    <dgm:cxn modelId="{8BC20FD1-5604-431E-BD6D-116970DECB1F}" srcId="{73C0A2F2-4220-45D6-AF87-32048DD0361D}" destId="{0C03B368-2107-4805-8493-354045C975BF}" srcOrd="1" destOrd="0" parTransId="{D9D09446-EC3C-4B5E-9ECA-C9E7F4C1B414}" sibTransId="{410468C3-ABF2-4509-942B-4F13B26F859F}"/>
    <dgm:cxn modelId="{848DB6D6-C73E-4AFC-91C1-82AE0F332454}" type="presOf" srcId="{DE6D4676-3A79-4622-91A7-05102952ABDE}" destId="{ACB01C8A-543A-4B33-A94C-CBED98EAA92F}" srcOrd="1" destOrd="0" presId="urn:microsoft.com/office/officeart/2005/8/layout/hierarchy2"/>
    <dgm:cxn modelId="{D0BD5BD8-E775-424F-B85A-0EFD2DD41466}" type="presOf" srcId="{69BED7D5-F3D2-4C89-820F-8F39FCC4E004}" destId="{D910E476-DD86-401C-BC38-B1707AA00F36}" srcOrd="0" destOrd="0" presId="urn:microsoft.com/office/officeart/2005/8/layout/hierarchy2"/>
    <dgm:cxn modelId="{E7E095EA-A301-4122-B89B-D2ADA224057F}" type="presOf" srcId="{1E77907B-523B-4D56-BBA7-5A9D1A175CD2}" destId="{E714FF5C-5311-4B16-9E23-E41F33909FB6}" srcOrd="0" destOrd="0" presId="urn:microsoft.com/office/officeart/2005/8/layout/hierarchy2"/>
    <dgm:cxn modelId="{D60C8BF1-BEF7-4D4D-9036-E38E940F1973}" type="presOf" srcId="{73C0A2F2-4220-45D6-AF87-32048DD0361D}" destId="{099E7118-066B-4C47-AF3A-8F2B0DB2634A}" srcOrd="0" destOrd="0" presId="urn:microsoft.com/office/officeart/2005/8/layout/hierarchy2"/>
    <dgm:cxn modelId="{E3B946DF-7D48-44DE-BA8A-25D60E64EA67}" type="presParOf" srcId="{F427470D-376C-4F66-950A-A7F26D5A91C2}" destId="{7D529301-5DBB-4645-A62C-52BA984CEC2C}" srcOrd="0" destOrd="0" presId="urn:microsoft.com/office/officeart/2005/8/layout/hierarchy2"/>
    <dgm:cxn modelId="{86AAE5E1-7362-439B-9F53-1426F97289E6}" type="presParOf" srcId="{7D529301-5DBB-4645-A62C-52BA984CEC2C}" destId="{4CDFE959-EA13-45E9-BF5B-D161383CF944}" srcOrd="0" destOrd="0" presId="urn:microsoft.com/office/officeart/2005/8/layout/hierarchy2"/>
    <dgm:cxn modelId="{AA3F3B55-9F8F-4A0F-8AE0-5C80042AB973}" type="presParOf" srcId="{7D529301-5DBB-4645-A62C-52BA984CEC2C}" destId="{9481AE94-5148-44A5-8C31-64414FBD5E09}" srcOrd="1" destOrd="0" presId="urn:microsoft.com/office/officeart/2005/8/layout/hierarchy2"/>
    <dgm:cxn modelId="{56AE9B28-96BF-47A1-B97F-C7260868928B}" type="presParOf" srcId="{9481AE94-5148-44A5-8C31-64414FBD5E09}" destId="{D910E476-DD86-401C-BC38-B1707AA00F36}" srcOrd="0" destOrd="0" presId="urn:microsoft.com/office/officeart/2005/8/layout/hierarchy2"/>
    <dgm:cxn modelId="{7EA79545-9BC9-4D45-8FA7-364EBE0C3BB1}" type="presParOf" srcId="{D910E476-DD86-401C-BC38-B1707AA00F36}" destId="{0ACA45BF-9143-4B7E-ADA2-31E493F947EE}" srcOrd="0" destOrd="0" presId="urn:microsoft.com/office/officeart/2005/8/layout/hierarchy2"/>
    <dgm:cxn modelId="{D391B508-F8D1-45DA-8F28-70C21184A90F}" type="presParOf" srcId="{9481AE94-5148-44A5-8C31-64414FBD5E09}" destId="{E4685E55-BD6B-4338-84D8-07B765ECF15B}" srcOrd="1" destOrd="0" presId="urn:microsoft.com/office/officeart/2005/8/layout/hierarchy2"/>
    <dgm:cxn modelId="{78341665-39DD-4422-A070-9D81647BAD23}" type="presParOf" srcId="{E4685E55-BD6B-4338-84D8-07B765ECF15B}" destId="{8BB0B321-0719-4757-A207-181CABC739E0}" srcOrd="0" destOrd="0" presId="urn:microsoft.com/office/officeart/2005/8/layout/hierarchy2"/>
    <dgm:cxn modelId="{1106E3CC-2EA5-4E35-B791-95E18AF56E11}" type="presParOf" srcId="{E4685E55-BD6B-4338-84D8-07B765ECF15B}" destId="{2A968715-130D-4DA0-A508-A0C94E516FF2}" srcOrd="1" destOrd="0" presId="urn:microsoft.com/office/officeart/2005/8/layout/hierarchy2"/>
    <dgm:cxn modelId="{1763197F-BE75-4561-A76E-7DD8CC2965EF}" type="presParOf" srcId="{2A968715-130D-4DA0-A508-A0C94E516FF2}" destId="{B7AC1B86-9DF9-4DD4-99B2-81663F6C9FDA}" srcOrd="0" destOrd="0" presId="urn:microsoft.com/office/officeart/2005/8/layout/hierarchy2"/>
    <dgm:cxn modelId="{DE904276-7716-46C7-AB97-1D7C01DD2D72}" type="presParOf" srcId="{B7AC1B86-9DF9-4DD4-99B2-81663F6C9FDA}" destId="{25DDEC8A-678C-4DEE-ACE4-65223DFCE64A}" srcOrd="0" destOrd="0" presId="urn:microsoft.com/office/officeart/2005/8/layout/hierarchy2"/>
    <dgm:cxn modelId="{937098CE-A840-4A5E-8B07-DE7109234E72}" type="presParOf" srcId="{2A968715-130D-4DA0-A508-A0C94E516FF2}" destId="{C48AE6BA-F35A-4BC2-8D98-6F38415430C9}" srcOrd="1" destOrd="0" presId="urn:microsoft.com/office/officeart/2005/8/layout/hierarchy2"/>
    <dgm:cxn modelId="{0D369AD3-7D56-42A9-BEE8-195AAADF2717}" type="presParOf" srcId="{C48AE6BA-F35A-4BC2-8D98-6F38415430C9}" destId="{099E7118-066B-4C47-AF3A-8F2B0DB2634A}" srcOrd="0" destOrd="0" presId="urn:microsoft.com/office/officeart/2005/8/layout/hierarchy2"/>
    <dgm:cxn modelId="{DD31F623-CFF7-42FF-9F17-EA62B65FC49D}" type="presParOf" srcId="{C48AE6BA-F35A-4BC2-8D98-6F38415430C9}" destId="{C75BD26A-ACFC-4100-AD53-E0CA85B3A6B1}" srcOrd="1" destOrd="0" presId="urn:microsoft.com/office/officeart/2005/8/layout/hierarchy2"/>
    <dgm:cxn modelId="{5CE7CE30-A9F4-416F-B927-215A6487BDF9}" type="presParOf" srcId="{C75BD26A-ACFC-4100-AD53-E0CA85B3A6B1}" destId="{4DDBD462-F95C-4D37-BB1D-05D444DF55E0}" srcOrd="0" destOrd="0" presId="urn:microsoft.com/office/officeart/2005/8/layout/hierarchy2"/>
    <dgm:cxn modelId="{B9DFCB53-D2EB-42F7-896D-03A63878DF7B}" type="presParOf" srcId="{4DDBD462-F95C-4D37-BB1D-05D444DF55E0}" destId="{B309D0BC-6C93-488C-BE2A-A0364F414180}" srcOrd="0" destOrd="0" presId="urn:microsoft.com/office/officeart/2005/8/layout/hierarchy2"/>
    <dgm:cxn modelId="{1943F6FF-C25C-428F-B6B0-40AADAAE80D4}" type="presParOf" srcId="{C75BD26A-ACFC-4100-AD53-E0CA85B3A6B1}" destId="{070C3FC7-B8F4-4166-92DD-C9E7280A0682}" srcOrd="1" destOrd="0" presId="urn:microsoft.com/office/officeart/2005/8/layout/hierarchy2"/>
    <dgm:cxn modelId="{0728649F-3D85-4EB9-8EFC-D25CB42FBB05}" type="presParOf" srcId="{070C3FC7-B8F4-4166-92DD-C9E7280A0682}" destId="{AA9CA79D-B820-4D26-94B6-D865546228BD}" srcOrd="0" destOrd="0" presId="urn:microsoft.com/office/officeart/2005/8/layout/hierarchy2"/>
    <dgm:cxn modelId="{589F181E-475B-40C8-AFD4-091784B19E5A}" type="presParOf" srcId="{070C3FC7-B8F4-4166-92DD-C9E7280A0682}" destId="{235679F0-A701-4944-B0A9-1ED3A1C175EB}" srcOrd="1" destOrd="0" presId="urn:microsoft.com/office/officeart/2005/8/layout/hierarchy2"/>
    <dgm:cxn modelId="{4BAD3D5F-AE2D-4C0F-9A4D-3BADED4DC0BC}" type="presParOf" srcId="{C75BD26A-ACFC-4100-AD53-E0CA85B3A6B1}" destId="{CC9C8DAB-D051-4CC2-93B7-808E9017EE9D}" srcOrd="2" destOrd="0" presId="urn:microsoft.com/office/officeart/2005/8/layout/hierarchy2"/>
    <dgm:cxn modelId="{ACAEBC15-287B-4D60-AB37-07CCBB778E3E}" type="presParOf" srcId="{CC9C8DAB-D051-4CC2-93B7-808E9017EE9D}" destId="{6D1F9A2B-6BCD-4F8B-B718-D35987CCAEC2}" srcOrd="0" destOrd="0" presId="urn:microsoft.com/office/officeart/2005/8/layout/hierarchy2"/>
    <dgm:cxn modelId="{05EF4645-D007-4152-9D11-3338EC5AA142}" type="presParOf" srcId="{C75BD26A-ACFC-4100-AD53-E0CA85B3A6B1}" destId="{5189BC87-AED5-46F5-B499-82979BF87285}" srcOrd="3" destOrd="0" presId="urn:microsoft.com/office/officeart/2005/8/layout/hierarchy2"/>
    <dgm:cxn modelId="{5DBB417E-18E5-4DDE-BE03-F05D6AA6084E}" type="presParOf" srcId="{5189BC87-AED5-46F5-B499-82979BF87285}" destId="{148144E9-31EA-431D-A2E5-5BFAED35298F}" srcOrd="0" destOrd="0" presId="urn:microsoft.com/office/officeart/2005/8/layout/hierarchy2"/>
    <dgm:cxn modelId="{286CA19B-85E8-4C5E-9C28-A1D9C3F3C573}" type="presParOf" srcId="{5189BC87-AED5-46F5-B499-82979BF87285}" destId="{E33308F2-A4EC-4CC3-979F-CD4759441053}" srcOrd="1" destOrd="0" presId="urn:microsoft.com/office/officeart/2005/8/layout/hierarchy2"/>
    <dgm:cxn modelId="{850AD4EF-E655-4442-82B2-18EAECAD5923}" type="presParOf" srcId="{2A968715-130D-4DA0-A508-A0C94E516FF2}" destId="{F69E8474-F0A7-4DF8-86EA-C0377F983DF3}" srcOrd="2" destOrd="0" presId="urn:microsoft.com/office/officeart/2005/8/layout/hierarchy2"/>
    <dgm:cxn modelId="{9AB935AD-E9A4-4875-B5CD-DACD04CDB144}" type="presParOf" srcId="{F69E8474-F0A7-4DF8-86EA-C0377F983DF3}" destId="{66E3DFAC-57F9-4C39-8E7E-A2C6FDA19494}" srcOrd="0" destOrd="0" presId="urn:microsoft.com/office/officeart/2005/8/layout/hierarchy2"/>
    <dgm:cxn modelId="{37C5C4ED-65DA-4B66-99A5-BE5616EAF81E}" type="presParOf" srcId="{2A968715-130D-4DA0-A508-A0C94E516FF2}" destId="{F64371ED-C6A3-4B12-8971-6687C383ECF0}" srcOrd="3" destOrd="0" presId="urn:microsoft.com/office/officeart/2005/8/layout/hierarchy2"/>
    <dgm:cxn modelId="{CC937C37-9528-4519-BD38-C2580F690B00}" type="presParOf" srcId="{F64371ED-C6A3-4B12-8971-6687C383ECF0}" destId="{C46C9E25-B108-48CB-AD31-328209FC25E6}" srcOrd="0" destOrd="0" presId="urn:microsoft.com/office/officeart/2005/8/layout/hierarchy2"/>
    <dgm:cxn modelId="{9C75C0A7-100D-4001-8A00-E391D725D5C1}" type="presParOf" srcId="{F64371ED-C6A3-4B12-8971-6687C383ECF0}" destId="{8B0E6F10-5472-4C51-9FFA-6B028DB233AA}" srcOrd="1" destOrd="0" presId="urn:microsoft.com/office/officeart/2005/8/layout/hierarchy2"/>
    <dgm:cxn modelId="{E5AAC88F-BE26-47F1-9795-575CDA485F4C}" type="presParOf" srcId="{8B0E6F10-5472-4C51-9FFA-6B028DB233AA}" destId="{2996F20F-464C-450A-B3D4-234E05763E36}" srcOrd="0" destOrd="0" presId="urn:microsoft.com/office/officeart/2005/8/layout/hierarchy2"/>
    <dgm:cxn modelId="{67E90525-8B8B-4A8D-8B5A-33CD04199970}" type="presParOf" srcId="{2996F20F-464C-450A-B3D4-234E05763E36}" destId="{37FB5186-E66D-4464-995A-D8ECAF8052AE}" srcOrd="0" destOrd="0" presId="urn:microsoft.com/office/officeart/2005/8/layout/hierarchy2"/>
    <dgm:cxn modelId="{E9B526A9-ED40-4845-A43B-3A205C3621B7}" type="presParOf" srcId="{8B0E6F10-5472-4C51-9FFA-6B028DB233AA}" destId="{EB19FFDF-ADDE-4F79-84FE-F5260A6F8E67}" srcOrd="1" destOrd="0" presId="urn:microsoft.com/office/officeart/2005/8/layout/hierarchy2"/>
    <dgm:cxn modelId="{AB67FB0E-C336-4AEA-A567-DF4A4DDDA4F6}" type="presParOf" srcId="{EB19FFDF-ADDE-4F79-84FE-F5260A6F8E67}" destId="{E714FF5C-5311-4B16-9E23-E41F33909FB6}" srcOrd="0" destOrd="0" presId="urn:microsoft.com/office/officeart/2005/8/layout/hierarchy2"/>
    <dgm:cxn modelId="{6DC75EA2-9F9E-4AA1-A2D9-FCC6093FD024}" type="presParOf" srcId="{EB19FFDF-ADDE-4F79-84FE-F5260A6F8E67}" destId="{7B394DAD-0457-4517-98A3-309775DDD56C}" srcOrd="1" destOrd="0" presId="urn:microsoft.com/office/officeart/2005/8/layout/hierarchy2"/>
    <dgm:cxn modelId="{027D4EDB-B0E1-45FE-A7BC-F28D209592E7}" type="presParOf" srcId="{8B0E6F10-5472-4C51-9FFA-6B028DB233AA}" destId="{CF6DCB0E-4B83-4C48-8B3C-163630B983AF}" srcOrd="2" destOrd="0" presId="urn:microsoft.com/office/officeart/2005/8/layout/hierarchy2"/>
    <dgm:cxn modelId="{19DACBEB-DB30-4A87-9FA1-52C97F19F1CF}" type="presParOf" srcId="{CF6DCB0E-4B83-4C48-8B3C-163630B983AF}" destId="{ACB01C8A-543A-4B33-A94C-CBED98EAA92F}" srcOrd="0" destOrd="0" presId="urn:microsoft.com/office/officeart/2005/8/layout/hierarchy2"/>
    <dgm:cxn modelId="{88390773-9AD1-49B5-AD51-5D87E1D00772}" type="presParOf" srcId="{8B0E6F10-5472-4C51-9FFA-6B028DB233AA}" destId="{13F8BB15-1292-4FDB-983F-754CFECA8230}" srcOrd="3" destOrd="0" presId="urn:microsoft.com/office/officeart/2005/8/layout/hierarchy2"/>
    <dgm:cxn modelId="{2F2CD167-6FE6-4991-88F5-CED0B661F11A}" type="presParOf" srcId="{13F8BB15-1292-4FDB-983F-754CFECA8230}" destId="{198E114B-C497-4C59-A3EB-DCB993C83FA7}" srcOrd="0" destOrd="0" presId="urn:microsoft.com/office/officeart/2005/8/layout/hierarchy2"/>
    <dgm:cxn modelId="{F8CBC1D3-4A43-411B-ABEC-585F1B7E22F8}" type="presParOf" srcId="{13F8BB15-1292-4FDB-983F-754CFECA8230}" destId="{19ECD40A-D779-4B1D-8845-7B1705D1E5C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B00201-15AC-4AD4-ACA2-74A91E0C21A6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2CCF211-1097-41B5-A3F9-F47127AE8928}">
      <dgm:prSet phldrT="[Text]" custT="1"/>
      <dgm:spPr>
        <a:solidFill>
          <a:srgbClr val="CC3311"/>
        </a:solidFill>
        <a:ln>
          <a:noFill/>
        </a:ln>
      </dgm:spPr>
      <dgm:t>
        <a:bodyPr/>
        <a:lstStyle/>
        <a:p>
          <a:r>
            <a:rPr lang="en-US" sz="2400" b="1" dirty="0"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Wildfire</a:t>
          </a:r>
          <a:endParaRPr lang="en-GB" sz="2400" b="1" dirty="0"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9FC59FE1-18E7-4903-ACCB-DDE28F8159B8}" type="parTrans" cxnId="{349ED579-B16B-4959-A716-B92CC0D0EE33}">
      <dgm:prSet/>
      <dgm:spPr/>
      <dgm:t>
        <a:bodyPr/>
        <a:lstStyle/>
        <a:p>
          <a:endParaRPr lang="en-GB"/>
        </a:p>
      </dgm:t>
    </dgm:pt>
    <dgm:pt modelId="{79415E5E-4939-4465-BDC4-D421E980DBEA}" type="sibTrans" cxnId="{349ED579-B16B-4959-A716-B92CC0D0EE33}">
      <dgm:prSet/>
      <dgm:spPr/>
      <dgm:t>
        <a:bodyPr/>
        <a:lstStyle/>
        <a:p>
          <a:endParaRPr lang="en-GB"/>
        </a:p>
      </dgm:t>
    </dgm:pt>
    <dgm:pt modelId="{0D417342-261A-4AF6-BF6B-82BB5FA9A9CE}">
      <dgm:prSet phldrT="[Text]" custT="1"/>
      <dgm:spPr>
        <a:solidFill>
          <a:srgbClr val="33A02C"/>
        </a:solidFill>
        <a:ln>
          <a:noFill/>
        </a:ln>
      </dgm:spPr>
      <dgm:t>
        <a:bodyPr/>
        <a:lstStyle/>
        <a:p>
          <a:r>
            <a:rPr lang="en-US" sz="2400" b="1" dirty="0">
              <a:solidFill>
                <a:schemeClr val="bg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Habitat Use</a:t>
          </a:r>
          <a:endParaRPr lang="en-GB" sz="2400" b="1" dirty="0">
            <a:solidFill>
              <a:schemeClr val="bg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E4732BC4-1EC0-483D-94D5-BD8C896D7A95}" type="parTrans" cxnId="{9D69C254-774B-4D7A-A1AF-34BB6D0361F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87E85AE3-AD92-477F-BC2D-95909BFB9F43}" type="sibTrans" cxnId="{9D69C254-774B-4D7A-A1AF-34BB6D0361F7}">
      <dgm:prSet/>
      <dgm:spPr/>
      <dgm:t>
        <a:bodyPr/>
        <a:lstStyle/>
        <a:p>
          <a:endParaRPr lang="en-GB"/>
        </a:p>
      </dgm:t>
    </dgm:pt>
    <dgm:pt modelId="{1E77907B-523B-4D56-BBA7-5A9D1A175CD2}">
      <dgm:prSet phldrT="[Text]" custT="1"/>
      <dgm:spPr>
        <a:solidFill>
          <a:srgbClr val="B2DF8A"/>
        </a:solidFill>
        <a:ln>
          <a:noFill/>
        </a:ln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Elevation</a:t>
          </a:r>
          <a:endParaRPr lang="en-GB" sz="2400" b="1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1C2A9705-19E4-464F-9CA9-3FF2DBE062A9}" type="parTrans" cxnId="{1C6B194E-47E2-4483-A92B-740A09C9F36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F7CD0B08-DC8C-492C-838C-34A97EDBC808}" type="sibTrans" cxnId="{1C6B194E-47E2-4483-A92B-740A09C9F366}">
      <dgm:prSet/>
      <dgm:spPr/>
      <dgm:t>
        <a:bodyPr/>
        <a:lstStyle/>
        <a:p>
          <a:endParaRPr lang="en-GB"/>
        </a:p>
      </dgm:t>
    </dgm:pt>
    <dgm:pt modelId="{3D698D4F-97F9-41E5-A3BD-4D6FA620325E}">
      <dgm:prSet phldrT="[Text]" custT="1"/>
      <dgm:spPr>
        <a:solidFill>
          <a:srgbClr val="B2DF8A"/>
        </a:solidFill>
        <a:ln>
          <a:noFill/>
        </a:ln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Dist. to Esc. Terrain</a:t>
          </a:r>
          <a:endParaRPr lang="en-GB" sz="2400" b="1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DE6D4676-3A79-4622-91A7-05102952ABDE}" type="parTrans" cxnId="{4BA83B9E-6EB2-4D87-BB20-2BCB410A63E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95898882-7F7F-4649-B579-24138691C962}" type="sibTrans" cxnId="{4BA83B9E-6EB2-4D87-BB20-2BCB410A63EE}">
      <dgm:prSet/>
      <dgm:spPr/>
      <dgm:t>
        <a:bodyPr/>
        <a:lstStyle/>
        <a:p>
          <a:endParaRPr lang="en-GB"/>
        </a:p>
      </dgm:t>
    </dgm:pt>
    <dgm:pt modelId="{D7155B30-193F-4F4F-BC10-FDDFC38D727E}">
      <dgm:prSet phldrT="[Text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400" b="1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Mountain Goats</a:t>
          </a:r>
          <a:endParaRPr lang="en-GB" sz="2400" b="1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69BED7D5-F3D2-4C89-820F-8F39FCC4E004}" type="parTrans" cxnId="{72670C97-41AA-4EE9-9D18-218F73640E9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 sz="1600"/>
        </a:p>
      </dgm:t>
    </dgm:pt>
    <dgm:pt modelId="{DC0A3D96-A5FA-4DF0-B645-2DEB282A1E3D}" type="sibTrans" cxnId="{72670C97-41AA-4EE9-9D18-218F73640E9B}">
      <dgm:prSet/>
      <dgm:spPr/>
      <dgm:t>
        <a:bodyPr/>
        <a:lstStyle/>
        <a:p>
          <a:endParaRPr lang="en-GB"/>
        </a:p>
      </dgm:t>
    </dgm:pt>
    <dgm:pt modelId="{73C0A2F2-4220-45D6-AF87-32048DD0361D}">
      <dgm:prSet phldrT="[Text]" custT="1"/>
      <dgm:spPr>
        <a:solidFill>
          <a:srgbClr val="1F78B4"/>
        </a:solidFill>
        <a:ln>
          <a:noFill/>
        </a:ln>
      </dgm:spPr>
      <dgm:t>
        <a:bodyPr/>
        <a:lstStyle/>
        <a:p>
          <a:r>
            <a:rPr lang="en-US" sz="2400" b="1" dirty="0">
              <a:solidFill>
                <a:schemeClr val="bg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Movement</a:t>
          </a:r>
          <a:endParaRPr lang="en-GB" sz="2400" b="1" dirty="0">
            <a:solidFill>
              <a:schemeClr val="bg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45097774-D1D4-47C1-8718-F80EB61F92DB}" type="parTrans" cxnId="{56F7ED0F-21A0-461F-9B74-8F945480381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81FA5B02-9140-480A-A3DC-8DFDBD4341C6}" type="sibTrans" cxnId="{56F7ED0F-21A0-461F-9B74-8F9454803810}">
      <dgm:prSet/>
      <dgm:spPr/>
      <dgm:t>
        <a:bodyPr/>
        <a:lstStyle/>
        <a:p>
          <a:endParaRPr lang="en-GB"/>
        </a:p>
      </dgm:t>
    </dgm:pt>
    <dgm:pt modelId="{7A7B36DD-290F-476A-884C-6B0C1B3E6E1B}">
      <dgm:prSet phldrT="[Text]" custT="1"/>
      <dgm:spPr>
        <a:solidFill>
          <a:srgbClr val="A6CEE3"/>
        </a:solidFill>
        <a:ln>
          <a:noFill/>
        </a:ln>
      </dgm:spPr>
      <dgm:t>
        <a:bodyPr/>
        <a:lstStyle/>
        <a:p>
          <a:pPr rtl="0"/>
          <a:r>
            <a:rPr lang="en-US" sz="2400" b="1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Home-range</a:t>
          </a:r>
          <a:endParaRPr lang="en-GB" sz="2400" b="1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38F2AC90-96A0-429E-BBE6-D13EC109F6AA}" type="parTrans" cxnId="{73B7ED19-BDAC-42F8-B76F-4522AD20990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6F58B2F6-2E43-4966-84B2-1B519DAAB803}" type="sibTrans" cxnId="{73B7ED19-BDAC-42F8-B76F-4522AD20990B}">
      <dgm:prSet/>
      <dgm:spPr/>
      <dgm:t>
        <a:bodyPr/>
        <a:lstStyle/>
        <a:p>
          <a:endParaRPr lang="en-GB"/>
        </a:p>
      </dgm:t>
    </dgm:pt>
    <dgm:pt modelId="{0C03B368-2107-4805-8493-354045C975BF}">
      <dgm:prSet phldrT="[Text]" custT="1"/>
      <dgm:spPr>
        <a:solidFill>
          <a:srgbClr val="A6CEE3"/>
        </a:solidFill>
        <a:ln>
          <a:noFill/>
        </a:ln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Diffusion rate</a:t>
          </a:r>
          <a:endParaRPr lang="en-GB" sz="2400" b="1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gm:t>
    </dgm:pt>
    <dgm:pt modelId="{D9D09446-EC3C-4B5E-9ECA-C9E7F4C1B414}" type="parTrans" cxnId="{8BC20FD1-5604-431E-BD6D-116970DECB1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dgm:spPr>
      <dgm:t>
        <a:bodyPr/>
        <a:lstStyle/>
        <a:p>
          <a:endParaRPr lang="en-GB"/>
        </a:p>
      </dgm:t>
    </dgm:pt>
    <dgm:pt modelId="{410468C3-ABF2-4509-942B-4F13B26F859F}" type="sibTrans" cxnId="{8BC20FD1-5604-431E-BD6D-116970DECB1F}">
      <dgm:prSet/>
      <dgm:spPr/>
      <dgm:t>
        <a:bodyPr/>
        <a:lstStyle/>
        <a:p>
          <a:endParaRPr lang="en-GB"/>
        </a:p>
      </dgm:t>
    </dgm:pt>
    <dgm:pt modelId="{FC3F9C25-DDEE-45AD-8B40-16604DD7F58A}" type="pres">
      <dgm:prSet presAssocID="{8FB00201-15AC-4AD4-ACA2-74A91E0C21A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CF2D484-AC62-49C8-9A3D-01433E9505E0}" type="pres">
      <dgm:prSet presAssocID="{62CCF211-1097-41B5-A3F9-F47127AE8928}" presName="hierRoot1" presStyleCnt="0">
        <dgm:presLayoutVars>
          <dgm:hierBranch val="init"/>
        </dgm:presLayoutVars>
      </dgm:prSet>
      <dgm:spPr/>
    </dgm:pt>
    <dgm:pt modelId="{08573E55-FB9D-4F90-B861-075F216A9359}" type="pres">
      <dgm:prSet presAssocID="{62CCF211-1097-41B5-A3F9-F47127AE8928}" presName="rootComposite1" presStyleCnt="0"/>
      <dgm:spPr/>
    </dgm:pt>
    <dgm:pt modelId="{DE10F0AD-3175-4EB8-8F48-BAF5125F07B1}" type="pres">
      <dgm:prSet presAssocID="{62CCF211-1097-41B5-A3F9-F47127AE8928}" presName="rootText1" presStyleLbl="node0" presStyleIdx="0" presStyleCnt="1" custScaleX="153247" custLinFactNeighborX="-5148">
        <dgm:presLayoutVars>
          <dgm:chPref val="3"/>
        </dgm:presLayoutVars>
      </dgm:prSet>
      <dgm:spPr>
        <a:prstGeom prst="roundRect">
          <a:avLst/>
        </a:prstGeom>
      </dgm:spPr>
    </dgm:pt>
    <dgm:pt modelId="{A76FCAD3-9CED-41AD-95BA-8363D8EBD9D3}" type="pres">
      <dgm:prSet presAssocID="{62CCF211-1097-41B5-A3F9-F47127AE8928}" presName="rootConnector1" presStyleLbl="node1" presStyleIdx="0" presStyleCnt="0"/>
      <dgm:spPr/>
    </dgm:pt>
    <dgm:pt modelId="{4116DB35-19C5-468C-85BD-904E5FCD0D85}" type="pres">
      <dgm:prSet presAssocID="{62CCF211-1097-41B5-A3F9-F47127AE8928}" presName="hierChild2" presStyleCnt="0"/>
      <dgm:spPr/>
    </dgm:pt>
    <dgm:pt modelId="{4CF34CC6-E47F-4EE5-A937-335016E28B45}" type="pres">
      <dgm:prSet presAssocID="{69BED7D5-F3D2-4C89-820F-8F39FCC4E004}" presName="Name64" presStyleLbl="parChTrans1D2" presStyleIdx="0" presStyleCnt="1"/>
      <dgm:spPr/>
    </dgm:pt>
    <dgm:pt modelId="{801DBF8D-774A-41DC-A68E-BB9495261C4D}" type="pres">
      <dgm:prSet presAssocID="{D7155B30-193F-4F4F-BC10-FDDFC38D727E}" presName="hierRoot2" presStyleCnt="0">
        <dgm:presLayoutVars>
          <dgm:hierBranch val="init"/>
        </dgm:presLayoutVars>
      </dgm:prSet>
      <dgm:spPr/>
    </dgm:pt>
    <dgm:pt modelId="{7322330B-DCAC-4307-8AB2-D784A70E7EDF}" type="pres">
      <dgm:prSet presAssocID="{D7155B30-193F-4F4F-BC10-FDDFC38D727E}" presName="rootComposite" presStyleCnt="0"/>
      <dgm:spPr/>
    </dgm:pt>
    <dgm:pt modelId="{04E6E1D5-4CE1-4F6D-A18C-8C6BC415A2BB}" type="pres">
      <dgm:prSet presAssocID="{D7155B30-193F-4F4F-BC10-FDDFC38D727E}" presName="rootText" presStyleLbl="node2" presStyleIdx="0" presStyleCnt="1" custScaleX="153247" custLinFactNeighborX="6737">
        <dgm:presLayoutVars>
          <dgm:chPref val="3"/>
        </dgm:presLayoutVars>
      </dgm:prSet>
      <dgm:spPr>
        <a:prstGeom prst="roundRect">
          <a:avLst/>
        </a:prstGeom>
      </dgm:spPr>
    </dgm:pt>
    <dgm:pt modelId="{6669A0DB-C58C-4BBE-BFD8-BE9558AA3261}" type="pres">
      <dgm:prSet presAssocID="{D7155B30-193F-4F4F-BC10-FDDFC38D727E}" presName="rootConnector" presStyleLbl="node2" presStyleIdx="0" presStyleCnt="1"/>
      <dgm:spPr/>
    </dgm:pt>
    <dgm:pt modelId="{705490AC-3D06-4062-9DE9-402F1E7C3F14}" type="pres">
      <dgm:prSet presAssocID="{D7155B30-193F-4F4F-BC10-FDDFC38D727E}" presName="hierChild4" presStyleCnt="0"/>
      <dgm:spPr/>
    </dgm:pt>
    <dgm:pt modelId="{F319FD91-AD92-4C4B-B47E-86029BC36B0F}" type="pres">
      <dgm:prSet presAssocID="{45097774-D1D4-47C1-8718-F80EB61F92DB}" presName="Name64" presStyleLbl="parChTrans1D3" presStyleIdx="0" presStyleCnt="2"/>
      <dgm:spPr/>
    </dgm:pt>
    <dgm:pt modelId="{67C95D42-DB4D-4BF8-AD79-A2B6A346CB9F}" type="pres">
      <dgm:prSet presAssocID="{73C0A2F2-4220-45D6-AF87-32048DD0361D}" presName="hierRoot2" presStyleCnt="0">
        <dgm:presLayoutVars>
          <dgm:hierBranch val="init"/>
        </dgm:presLayoutVars>
      </dgm:prSet>
      <dgm:spPr/>
    </dgm:pt>
    <dgm:pt modelId="{BEFF4B3B-A811-432F-AF98-5797862F7620}" type="pres">
      <dgm:prSet presAssocID="{73C0A2F2-4220-45D6-AF87-32048DD0361D}" presName="rootComposite" presStyleCnt="0"/>
      <dgm:spPr/>
    </dgm:pt>
    <dgm:pt modelId="{014F0CA3-2DCE-4E0C-AD35-D55B0BC24C79}" type="pres">
      <dgm:prSet presAssocID="{73C0A2F2-4220-45D6-AF87-32048DD0361D}" presName="rootText" presStyleLbl="node3" presStyleIdx="0" presStyleCnt="2" custScaleX="153247" custLinFactNeighborX="30533">
        <dgm:presLayoutVars>
          <dgm:chPref val="3"/>
        </dgm:presLayoutVars>
      </dgm:prSet>
      <dgm:spPr>
        <a:prstGeom prst="roundRect">
          <a:avLst/>
        </a:prstGeom>
      </dgm:spPr>
    </dgm:pt>
    <dgm:pt modelId="{7942C69D-27A6-488F-9A5C-36F350330CCE}" type="pres">
      <dgm:prSet presAssocID="{73C0A2F2-4220-45D6-AF87-32048DD0361D}" presName="rootConnector" presStyleLbl="node3" presStyleIdx="0" presStyleCnt="2"/>
      <dgm:spPr/>
    </dgm:pt>
    <dgm:pt modelId="{0CAE4E19-40E1-4B1F-8D2C-E6EE0CBFC92D}" type="pres">
      <dgm:prSet presAssocID="{73C0A2F2-4220-45D6-AF87-32048DD0361D}" presName="hierChild4" presStyleCnt="0"/>
      <dgm:spPr/>
    </dgm:pt>
    <dgm:pt modelId="{57FDA4DD-A1E8-4804-8DB6-DC03D40FD328}" type="pres">
      <dgm:prSet presAssocID="{38F2AC90-96A0-429E-BBE6-D13EC109F6AA}" presName="Name64" presStyleLbl="parChTrans1D4" presStyleIdx="0" presStyleCnt="4"/>
      <dgm:spPr/>
    </dgm:pt>
    <dgm:pt modelId="{4C3872A7-1E35-44D2-BE7D-8FB18B4CEE4A}" type="pres">
      <dgm:prSet presAssocID="{7A7B36DD-290F-476A-884C-6B0C1B3E6E1B}" presName="hierRoot2" presStyleCnt="0">
        <dgm:presLayoutVars>
          <dgm:hierBranch val="init"/>
        </dgm:presLayoutVars>
      </dgm:prSet>
      <dgm:spPr/>
    </dgm:pt>
    <dgm:pt modelId="{D674F166-D86B-4CB5-A16F-F317F7A28146}" type="pres">
      <dgm:prSet presAssocID="{7A7B36DD-290F-476A-884C-6B0C1B3E6E1B}" presName="rootComposite" presStyleCnt="0"/>
      <dgm:spPr/>
    </dgm:pt>
    <dgm:pt modelId="{B0CBD8F8-4184-4100-A433-A3ED70226F5C}" type="pres">
      <dgm:prSet presAssocID="{7A7B36DD-290F-476A-884C-6B0C1B3E6E1B}" presName="rootText" presStyleLbl="node4" presStyleIdx="0" presStyleCnt="4" custScaleX="153247" custLinFactNeighborX="42108">
        <dgm:presLayoutVars>
          <dgm:chPref val="3"/>
        </dgm:presLayoutVars>
      </dgm:prSet>
      <dgm:spPr>
        <a:prstGeom prst="roundRect">
          <a:avLst/>
        </a:prstGeom>
      </dgm:spPr>
    </dgm:pt>
    <dgm:pt modelId="{A2D601CB-FFCB-421F-879D-2B1ECFD8F269}" type="pres">
      <dgm:prSet presAssocID="{7A7B36DD-290F-476A-884C-6B0C1B3E6E1B}" presName="rootConnector" presStyleLbl="node4" presStyleIdx="0" presStyleCnt="4"/>
      <dgm:spPr/>
    </dgm:pt>
    <dgm:pt modelId="{3560ED36-3A78-4BDB-881E-C4FB8C19A5AA}" type="pres">
      <dgm:prSet presAssocID="{7A7B36DD-290F-476A-884C-6B0C1B3E6E1B}" presName="hierChild4" presStyleCnt="0"/>
      <dgm:spPr/>
    </dgm:pt>
    <dgm:pt modelId="{8D596C78-C408-4467-90EA-89DD1F209DBF}" type="pres">
      <dgm:prSet presAssocID="{7A7B36DD-290F-476A-884C-6B0C1B3E6E1B}" presName="hierChild5" presStyleCnt="0"/>
      <dgm:spPr/>
    </dgm:pt>
    <dgm:pt modelId="{4A5F580F-C378-4157-842F-42FEE6843A39}" type="pres">
      <dgm:prSet presAssocID="{D9D09446-EC3C-4B5E-9ECA-C9E7F4C1B414}" presName="Name64" presStyleLbl="parChTrans1D4" presStyleIdx="1" presStyleCnt="4"/>
      <dgm:spPr/>
    </dgm:pt>
    <dgm:pt modelId="{E67DEFD1-CB3A-4168-9F44-DAB536DEEBBF}" type="pres">
      <dgm:prSet presAssocID="{0C03B368-2107-4805-8493-354045C975BF}" presName="hierRoot2" presStyleCnt="0">
        <dgm:presLayoutVars>
          <dgm:hierBranch val="init"/>
        </dgm:presLayoutVars>
      </dgm:prSet>
      <dgm:spPr/>
    </dgm:pt>
    <dgm:pt modelId="{EE2EF619-B1B3-4B8B-A6CF-D9800357CA5D}" type="pres">
      <dgm:prSet presAssocID="{0C03B368-2107-4805-8493-354045C975BF}" presName="rootComposite" presStyleCnt="0"/>
      <dgm:spPr/>
    </dgm:pt>
    <dgm:pt modelId="{66502422-C7BD-436D-A16D-5C1E3C584360}" type="pres">
      <dgm:prSet presAssocID="{0C03B368-2107-4805-8493-354045C975BF}" presName="rootText" presStyleLbl="node4" presStyleIdx="1" presStyleCnt="4" custScaleX="153247" custLinFactNeighborX="42108">
        <dgm:presLayoutVars>
          <dgm:chPref val="3"/>
        </dgm:presLayoutVars>
      </dgm:prSet>
      <dgm:spPr>
        <a:prstGeom prst="roundRect">
          <a:avLst/>
        </a:prstGeom>
      </dgm:spPr>
    </dgm:pt>
    <dgm:pt modelId="{65546645-C6AD-44E7-B5B8-9584FAB4203B}" type="pres">
      <dgm:prSet presAssocID="{0C03B368-2107-4805-8493-354045C975BF}" presName="rootConnector" presStyleLbl="node4" presStyleIdx="1" presStyleCnt="4"/>
      <dgm:spPr/>
    </dgm:pt>
    <dgm:pt modelId="{67558D78-7121-4084-B005-4B7C245F3F75}" type="pres">
      <dgm:prSet presAssocID="{0C03B368-2107-4805-8493-354045C975BF}" presName="hierChild4" presStyleCnt="0"/>
      <dgm:spPr/>
    </dgm:pt>
    <dgm:pt modelId="{31592AB1-5218-4EA5-A0BD-9DFA4D2B6476}" type="pres">
      <dgm:prSet presAssocID="{0C03B368-2107-4805-8493-354045C975BF}" presName="hierChild5" presStyleCnt="0"/>
      <dgm:spPr/>
    </dgm:pt>
    <dgm:pt modelId="{89FB73C5-31AA-48D4-B97C-28FF45D6F097}" type="pres">
      <dgm:prSet presAssocID="{73C0A2F2-4220-45D6-AF87-32048DD0361D}" presName="hierChild5" presStyleCnt="0"/>
      <dgm:spPr/>
    </dgm:pt>
    <dgm:pt modelId="{DD55B1BB-7F79-4A5D-A6CF-653B074ABBFE}" type="pres">
      <dgm:prSet presAssocID="{E4732BC4-1EC0-483D-94D5-BD8C896D7A95}" presName="Name64" presStyleLbl="parChTrans1D3" presStyleIdx="1" presStyleCnt="2"/>
      <dgm:spPr/>
    </dgm:pt>
    <dgm:pt modelId="{DFCF2CCD-DDA8-4EC4-8347-8E89EA31B1FF}" type="pres">
      <dgm:prSet presAssocID="{0D417342-261A-4AF6-BF6B-82BB5FA9A9CE}" presName="hierRoot2" presStyleCnt="0">
        <dgm:presLayoutVars>
          <dgm:hierBranch val="init"/>
        </dgm:presLayoutVars>
      </dgm:prSet>
      <dgm:spPr/>
    </dgm:pt>
    <dgm:pt modelId="{C8575899-E25B-40AC-85EB-8FA7B337DFAA}" type="pres">
      <dgm:prSet presAssocID="{0D417342-261A-4AF6-BF6B-82BB5FA9A9CE}" presName="rootComposite" presStyleCnt="0"/>
      <dgm:spPr/>
    </dgm:pt>
    <dgm:pt modelId="{5425C679-7D43-4215-8EAF-7E5F198E0DF9}" type="pres">
      <dgm:prSet presAssocID="{0D417342-261A-4AF6-BF6B-82BB5FA9A9CE}" presName="rootText" presStyleLbl="node3" presStyleIdx="1" presStyleCnt="2" custScaleX="153247" custLinFactNeighborX="30533">
        <dgm:presLayoutVars>
          <dgm:chPref val="3"/>
        </dgm:presLayoutVars>
      </dgm:prSet>
      <dgm:spPr>
        <a:prstGeom prst="roundRect">
          <a:avLst/>
        </a:prstGeom>
      </dgm:spPr>
    </dgm:pt>
    <dgm:pt modelId="{E5E3047F-2759-4295-B9A2-D07A6969F05E}" type="pres">
      <dgm:prSet presAssocID="{0D417342-261A-4AF6-BF6B-82BB5FA9A9CE}" presName="rootConnector" presStyleLbl="node3" presStyleIdx="1" presStyleCnt="2"/>
      <dgm:spPr/>
    </dgm:pt>
    <dgm:pt modelId="{5F014E27-F771-4DE1-91C1-328B8A90396C}" type="pres">
      <dgm:prSet presAssocID="{0D417342-261A-4AF6-BF6B-82BB5FA9A9CE}" presName="hierChild4" presStyleCnt="0"/>
      <dgm:spPr/>
    </dgm:pt>
    <dgm:pt modelId="{6CBE6289-0622-4EF3-99C9-7FE997A4D4D7}" type="pres">
      <dgm:prSet presAssocID="{1C2A9705-19E4-464F-9CA9-3FF2DBE062A9}" presName="Name64" presStyleLbl="parChTrans1D4" presStyleIdx="2" presStyleCnt="4"/>
      <dgm:spPr/>
    </dgm:pt>
    <dgm:pt modelId="{F85BA892-A175-4259-9974-802D72FE08D7}" type="pres">
      <dgm:prSet presAssocID="{1E77907B-523B-4D56-BBA7-5A9D1A175CD2}" presName="hierRoot2" presStyleCnt="0">
        <dgm:presLayoutVars>
          <dgm:hierBranch val="init"/>
        </dgm:presLayoutVars>
      </dgm:prSet>
      <dgm:spPr/>
    </dgm:pt>
    <dgm:pt modelId="{7CFCA694-62AF-4F00-B105-B9DA89C33348}" type="pres">
      <dgm:prSet presAssocID="{1E77907B-523B-4D56-BBA7-5A9D1A175CD2}" presName="rootComposite" presStyleCnt="0"/>
      <dgm:spPr/>
    </dgm:pt>
    <dgm:pt modelId="{EFC1D073-07BA-4E8D-A038-042F08635EA3}" type="pres">
      <dgm:prSet presAssocID="{1E77907B-523B-4D56-BBA7-5A9D1A175CD2}" presName="rootText" presStyleLbl="node4" presStyleIdx="2" presStyleCnt="4" custScaleX="153247" custLinFactNeighborX="42108">
        <dgm:presLayoutVars>
          <dgm:chPref val="3"/>
        </dgm:presLayoutVars>
      </dgm:prSet>
      <dgm:spPr>
        <a:prstGeom prst="roundRect">
          <a:avLst/>
        </a:prstGeom>
      </dgm:spPr>
    </dgm:pt>
    <dgm:pt modelId="{633F5245-2B25-4143-B953-9705892914CA}" type="pres">
      <dgm:prSet presAssocID="{1E77907B-523B-4D56-BBA7-5A9D1A175CD2}" presName="rootConnector" presStyleLbl="node4" presStyleIdx="2" presStyleCnt="4"/>
      <dgm:spPr/>
    </dgm:pt>
    <dgm:pt modelId="{ABC27F23-D389-49E9-BD08-FAE6B9B0005A}" type="pres">
      <dgm:prSet presAssocID="{1E77907B-523B-4D56-BBA7-5A9D1A175CD2}" presName="hierChild4" presStyleCnt="0"/>
      <dgm:spPr/>
    </dgm:pt>
    <dgm:pt modelId="{BF6FE1A6-C6F7-4C70-B0B0-C7DEFB0754EC}" type="pres">
      <dgm:prSet presAssocID="{1E77907B-523B-4D56-BBA7-5A9D1A175CD2}" presName="hierChild5" presStyleCnt="0"/>
      <dgm:spPr/>
    </dgm:pt>
    <dgm:pt modelId="{947891AB-ED0A-4DC0-BCC9-4D40646DFF04}" type="pres">
      <dgm:prSet presAssocID="{DE6D4676-3A79-4622-91A7-05102952ABDE}" presName="Name64" presStyleLbl="parChTrans1D4" presStyleIdx="3" presStyleCnt="4"/>
      <dgm:spPr/>
    </dgm:pt>
    <dgm:pt modelId="{CEBDB218-C384-4A49-AB54-AE54F5FFC57C}" type="pres">
      <dgm:prSet presAssocID="{3D698D4F-97F9-41E5-A3BD-4D6FA620325E}" presName="hierRoot2" presStyleCnt="0">
        <dgm:presLayoutVars>
          <dgm:hierBranch val="init"/>
        </dgm:presLayoutVars>
      </dgm:prSet>
      <dgm:spPr/>
    </dgm:pt>
    <dgm:pt modelId="{1339FF9A-56C3-447C-979A-D61104C11998}" type="pres">
      <dgm:prSet presAssocID="{3D698D4F-97F9-41E5-A3BD-4D6FA620325E}" presName="rootComposite" presStyleCnt="0"/>
      <dgm:spPr/>
    </dgm:pt>
    <dgm:pt modelId="{7CEB5B79-D4A9-4E49-82D4-72F9E272399F}" type="pres">
      <dgm:prSet presAssocID="{3D698D4F-97F9-41E5-A3BD-4D6FA620325E}" presName="rootText" presStyleLbl="node4" presStyleIdx="3" presStyleCnt="4" custScaleX="153247" custLinFactNeighborX="42108">
        <dgm:presLayoutVars>
          <dgm:chPref val="3"/>
        </dgm:presLayoutVars>
      </dgm:prSet>
      <dgm:spPr>
        <a:prstGeom prst="roundRect">
          <a:avLst/>
        </a:prstGeom>
      </dgm:spPr>
    </dgm:pt>
    <dgm:pt modelId="{A7CFED0C-C99A-4955-82D5-9FF177345FF2}" type="pres">
      <dgm:prSet presAssocID="{3D698D4F-97F9-41E5-A3BD-4D6FA620325E}" presName="rootConnector" presStyleLbl="node4" presStyleIdx="3" presStyleCnt="4"/>
      <dgm:spPr/>
    </dgm:pt>
    <dgm:pt modelId="{5FA819DD-7FAD-4761-80E4-03E372C67A2F}" type="pres">
      <dgm:prSet presAssocID="{3D698D4F-97F9-41E5-A3BD-4D6FA620325E}" presName="hierChild4" presStyleCnt="0"/>
      <dgm:spPr/>
    </dgm:pt>
    <dgm:pt modelId="{323AA9CF-03D6-46F4-9811-FCABD37E3E4A}" type="pres">
      <dgm:prSet presAssocID="{3D698D4F-97F9-41E5-A3BD-4D6FA620325E}" presName="hierChild5" presStyleCnt="0"/>
      <dgm:spPr/>
    </dgm:pt>
    <dgm:pt modelId="{C02DF238-37EA-47D8-BD7C-DDA9E40BD9BE}" type="pres">
      <dgm:prSet presAssocID="{0D417342-261A-4AF6-BF6B-82BB5FA9A9CE}" presName="hierChild5" presStyleCnt="0"/>
      <dgm:spPr/>
    </dgm:pt>
    <dgm:pt modelId="{3CA5CB23-5CE6-45CA-AFBF-309878EBE322}" type="pres">
      <dgm:prSet presAssocID="{D7155B30-193F-4F4F-BC10-FDDFC38D727E}" presName="hierChild5" presStyleCnt="0"/>
      <dgm:spPr/>
    </dgm:pt>
    <dgm:pt modelId="{1FE610EE-93FF-4262-A549-7EB2984D0760}" type="pres">
      <dgm:prSet presAssocID="{62CCF211-1097-41B5-A3F9-F47127AE8928}" presName="hierChild3" presStyleCnt="0"/>
      <dgm:spPr/>
    </dgm:pt>
  </dgm:ptLst>
  <dgm:cxnLst>
    <dgm:cxn modelId="{1E1DD40A-54C2-4383-8509-DFC1E8C8C524}" type="presOf" srcId="{7A7B36DD-290F-476A-884C-6B0C1B3E6E1B}" destId="{A2D601CB-FFCB-421F-879D-2B1ECFD8F269}" srcOrd="1" destOrd="0" presId="urn:microsoft.com/office/officeart/2009/3/layout/HorizontalOrganizationChart"/>
    <dgm:cxn modelId="{DDD2470D-D3C5-4B42-92BB-597EE98DE5F6}" type="presOf" srcId="{E4732BC4-1EC0-483D-94D5-BD8C896D7A95}" destId="{DD55B1BB-7F79-4A5D-A6CF-653B074ABBFE}" srcOrd="0" destOrd="0" presId="urn:microsoft.com/office/officeart/2009/3/layout/HorizontalOrganizationChart"/>
    <dgm:cxn modelId="{6D46CC0E-D7E2-4BC6-B6C4-319532D20D17}" type="presOf" srcId="{D7155B30-193F-4F4F-BC10-FDDFC38D727E}" destId="{6669A0DB-C58C-4BBE-BFD8-BE9558AA3261}" srcOrd="1" destOrd="0" presId="urn:microsoft.com/office/officeart/2009/3/layout/HorizontalOrganizationChart"/>
    <dgm:cxn modelId="{56F7ED0F-21A0-461F-9B74-8F9454803810}" srcId="{D7155B30-193F-4F4F-BC10-FDDFC38D727E}" destId="{73C0A2F2-4220-45D6-AF87-32048DD0361D}" srcOrd="0" destOrd="0" parTransId="{45097774-D1D4-47C1-8718-F80EB61F92DB}" sibTransId="{81FA5B02-9140-480A-A3DC-8DFDBD4341C6}"/>
    <dgm:cxn modelId="{F2C3CE18-B9B8-494B-8EB9-B5E3421DC038}" type="presOf" srcId="{D7155B30-193F-4F4F-BC10-FDDFC38D727E}" destId="{04E6E1D5-4CE1-4F6D-A18C-8C6BC415A2BB}" srcOrd="0" destOrd="0" presId="urn:microsoft.com/office/officeart/2009/3/layout/HorizontalOrganizationChart"/>
    <dgm:cxn modelId="{DCF34819-618F-49C2-81C4-8AB9AAD8BC3F}" type="presOf" srcId="{3D698D4F-97F9-41E5-A3BD-4D6FA620325E}" destId="{7CEB5B79-D4A9-4E49-82D4-72F9E272399F}" srcOrd="0" destOrd="0" presId="urn:microsoft.com/office/officeart/2009/3/layout/HorizontalOrganizationChart"/>
    <dgm:cxn modelId="{73B7ED19-BDAC-42F8-B76F-4522AD20990B}" srcId="{73C0A2F2-4220-45D6-AF87-32048DD0361D}" destId="{7A7B36DD-290F-476A-884C-6B0C1B3E6E1B}" srcOrd="0" destOrd="0" parTransId="{38F2AC90-96A0-429E-BBE6-D13EC109F6AA}" sibTransId="{6F58B2F6-2E43-4966-84B2-1B519DAAB803}"/>
    <dgm:cxn modelId="{00D7D41E-0E7E-485C-9D8B-5296FB679EA1}" type="presOf" srcId="{62CCF211-1097-41B5-A3F9-F47127AE8928}" destId="{DE10F0AD-3175-4EB8-8F48-BAF5125F07B1}" srcOrd="0" destOrd="0" presId="urn:microsoft.com/office/officeart/2009/3/layout/HorizontalOrganizationChart"/>
    <dgm:cxn modelId="{AAABE03C-3860-458F-87F8-2DF952AAA833}" type="presOf" srcId="{73C0A2F2-4220-45D6-AF87-32048DD0361D}" destId="{014F0CA3-2DCE-4E0C-AD35-D55B0BC24C79}" srcOrd="0" destOrd="0" presId="urn:microsoft.com/office/officeart/2009/3/layout/HorizontalOrganizationChart"/>
    <dgm:cxn modelId="{749ABD5F-2AA4-499A-93E9-3F77717A8AAD}" type="presOf" srcId="{0C03B368-2107-4805-8493-354045C975BF}" destId="{66502422-C7BD-436D-A16D-5C1E3C584360}" srcOrd="0" destOrd="0" presId="urn:microsoft.com/office/officeart/2009/3/layout/HorizontalOrganizationChart"/>
    <dgm:cxn modelId="{444F8141-9CBD-4D78-85BA-B5D69D3BDE39}" type="presOf" srcId="{0D417342-261A-4AF6-BF6B-82BB5FA9A9CE}" destId="{E5E3047F-2759-4295-B9A2-D07A6969F05E}" srcOrd="1" destOrd="0" presId="urn:microsoft.com/office/officeart/2009/3/layout/HorizontalOrganizationChart"/>
    <dgm:cxn modelId="{5A601046-4A51-48D9-AC0D-4E5B964DF745}" type="presOf" srcId="{62CCF211-1097-41B5-A3F9-F47127AE8928}" destId="{A76FCAD3-9CED-41AD-95BA-8363D8EBD9D3}" srcOrd="1" destOrd="0" presId="urn:microsoft.com/office/officeart/2009/3/layout/HorizontalOrganizationChart"/>
    <dgm:cxn modelId="{ABA71B49-7419-4AB9-9FAF-BDD6CE936E37}" type="presOf" srcId="{1E77907B-523B-4D56-BBA7-5A9D1A175CD2}" destId="{EFC1D073-07BA-4E8D-A038-042F08635EA3}" srcOrd="0" destOrd="0" presId="urn:microsoft.com/office/officeart/2009/3/layout/HorizontalOrganizationChart"/>
    <dgm:cxn modelId="{1C6B194E-47E2-4483-A92B-740A09C9F366}" srcId="{0D417342-261A-4AF6-BF6B-82BB5FA9A9CE}" destId="{1E77907B-523B-4D56-BBA7-5A9D1A175CD2}" srcOrd="0" destOrd="0" parTransId="{1C2A9705-19E4-464F-9CA9-3FF2DBE062A9}" sibTransId="{F7CD0B08-DC8C-492C-838C-34A97EDBC808}"/>
    <dgm:cxn modelId="{E8CB1E71-6AFB-4762-8ED2-C429318154D9}" type="presOf" srcId="{0C03B368-2107-4805-8493-354045C975BF}" destId="{65546645-C6AD-44E7-B5B8-9584FAB4203B}" srcOrd="1" destOrd="0" presId="urn:microsoft.com/office/officeart/2009/3/layout/HorizontalOrganizationChart"/>
    <dgm:cxn modelId="{586D3573-467C-4F33-8D4B-F6385A8FBBAB}" type="presOf" srcId="{3D698D4F-97F9-41E5-A3BD-4D6FA620325E}" destId="{A7CFED0C-C99A-4955-82D5-9FF177345FF2}" srcOrd="1" destOrd="0" presId="urn:microsoft.com/office/officeart/2009/3/layout/HorizontalOrganizationChart"/>
    <dgm:cxn modelId="{9D69C254-774B-4D7A-A1AF-34BB6D0361F7}" srcId="{D7155B30-193F-4F4F-BC10-FDDFC38D727E}" destId="{0D417342-261A-4AF6-BF6B-82BB5FA9A9CE}" srcOrd="1" destOrd="0" parTransId="{E4732BC4-1EC0-483D-94D5-BD8C896D7A95}" sibTransId="{87E85AE3-AD92-477F-BC2D-95909BFB9F43}"/>
    <dgm:cxn modelId="{F13E1A59-BF6B-476E-9FBD-62FBBBF96C55}" type="presOf" srcId="{38F2AC90-96A0-429E-BBE6-D13EC109F6AA}" destId="{57FDA4DD-A1E8-4804-8DB6-DC03D40FD328}" srcOrd="0" destOrd="0" presId="urn:microsoft.com/office/officeart/2009/3/layout/HorizontalOrganizationChart"/>
    <dgm:cxn modelId="{349ED579-B16B-4959-A716-B92CC0D0EE33}" srcId="{8FB00201-15AC-4AD4-ACA2-74A91E0C21A6}" destId="{62CCF211-1097-41B5-A3F9-F47127AE8928}" srcOrd="0" destOrd="0" parTransId="{9FC59FE1-18E7-4903-ACCB-DDE28F8159B8}" sibTransId="{79415E5E-4939-4465-BDC4-D421E980DBEA}"/>
    <dgm:cxn modelId="{AEC8DC7B-2B33-45B5-BB19-6BA728BE6288}" type="presOf" srcId="{D9D09446-EC3C-4B5E-9ECA-C9E7F4C1B414}" destId="{4A5F580F-C378-4157-842F-42FEE6843A39}" srcOrd="0" destOrd="0" presId="urn:microsoft.com/office/officeart/2009/3/layout/HorizontalOrganizationChart"/>
    <dgm:cxn modelId="{F0105D86-84A6-4BB2-BCBF-7DA5A2A17874}" type="presOf" srcId="{DE6D4676-3A79-4622-91A7-05102952ABDE}" destId="{947891AB-ED0A-4DC0-BCC9-4D40646DFF04}" srcOrd="0" destOrd="0" presId="urn:microsoft.com/office/officeart/2009/3/layout/HorizontalOrganizationChart"/>
    <dgm:cxn modelId="{5E65BF96-6D76-4D01-AAAD-FE930719F093}" type="presOf" srcId="{73C0A2F2-4220-45D6-AF87-32048DD0361D}" destId="{7942C69D-27A6-488F-9A5C-36F350330CCE}" srcOrd="1" destOrd="0" presId="urn:microsoft.com/office/officeart/2009/3/layout/HorizontalOrganizationChart"/>
    <dgm:cxn modelId="{72670C97-41AA-4EE9-9D18-218F73640E9B}" srcId="{62CCF211-1097-41B5-A3F9-F47127AE8928}" destId="{D7155B30-193F-4F4F-BC10-FDDFC38D727E}" srcOrd="0" destOrd="0" parTransId="{69BED7D5-F3D2-4C89-820F-8F39FCC4E004}" sibTransId="{DC0A3D96-A5FA-4DF0-B645-2DEB282A1E3D}"/>
    <dgm:cxn modelId="{7CFE909C-21A5-431F-B8B2-A7E01D5EDF06}" type="presOf" srcId="{45097774-D1D4-47C1-8718-F80EB61F92DB}" destId="{F319FD91-AD92-4C4B-B47E-86029BC36B0F}" srcOrd="0" destOrd="0" presId="urn:microsoft.com/office/officeart/2009/3/layout/HorizontalOrganizationChart"/>
    <dgm:cxn modelId="{4BA83B9E-6EB2-4D87-BB20-2BCB410A63EE}" srcId="{0D417342-261A-4AF6-BF6B-82BB5FA9A9CE}" destId="{3D698D4F-97F9-41E5-A3BD-4D6FA620325E}" srcOrd="1" destOrd="0" parTransId="{DE6D4676-3A79-4622-91A7-05102952ABDE}" sibTransId="{95898882-7F7F-4649-B579-24138691C962}"/>
    <dgm:cxn modelId="{B7EC079F-7B10-494F-9B90-2AAC004559B2}" type="presOf" srcId="{69BED7D5-F3D2-4C89-820F-8F39FCC4E004}" destId="{4CF34CC6-E47F-4EE5-A937-335016E28B45}" srcOrd="0" destOrd="0" presId="urn:microsoft.com/office/officeart/2009/3/layout/HorizontalOrganizationChart"/>
    <dgm:cxn modelId="{451F30A8-EE89-480C-B8D2-90813F11D7C0}" type="presOf" srcId="{1C2A9705-19E4-464F-9CA9-3FF2DBE062A9}" destId="{6CBE6289-0622-4EF3-99C9-7FE997A4D4D7}" srcOrd="0" destOrd="0" presId="urn:microsoft.com/office/officeart/2009/3/layout/HorizontalOrganizationChart"/>
    <dgm:cxn modelId="{3AFFB8AA-D17D-4BAD-BD12-AECDD27C3892}" type="presOf" srcId="{8FB00201-15AC-4AD4-ACA2-74A91E0C21A6}" destId="{FC3F9C25-DDEE-45AD-8B40-16604DD7F58A}" srcOrd="0" destOrd="0" presId="urn:microsoft.com/office/officeart/2009/3/layout/HorizontalOrganizationChart"/>
    <dgm:cxn modelId="{C9055DB8-BCC6-49A9-9847-0E3611688C53}" type="presOf" srcId="{0D417342-261A-4AF6-BF6B-82BB5FA9A9CE}" destId="{5425C679-7D43-4215-8EAF-7E5F198E0DF9}" srcOrd="0" destOrd="0" presId="urn:microsoft.com/office/officeart/2009/3/layout/HorizontalOrganizationChart"/>
    <dgm:cxn modelId="{8BC20FD1-5604-431E-BD6D-116970DECB1F}" srcId="{73C0A2F2-4220-45D6-AF87-32048DD0361D}" destId="{0C03B368-2107-4805-8493-354045C975BF}" srcOrd="1" destOrd="0" parTransId="{D9D09446-EC3C-4B5E-9ECA-C9E7F4C1B414}" sibTransId="{410468C3-ABF2-4509-942B-4F13B26F859F}"/>
    <dgm:cxn modelId="{6FA939D7-DC96-4260-998C-AD75548FC507}" type="presOf" srcId="{1E77907B-523B-4D56-BBA7-5A9D1A175CD2}" destId="{633F5245-2B25-4143-B953-9705892914CA}" srcOrd="1" destOrd="0" presId="urn:microsoft.com/office/officeart/2009/3/layout/HorizontalOrganizationChart"/>
    <dgm:cxn modelId="{BF5469E5-0D41-453A-B272-CB8CE86C932D}" type="presOf" srcId="{7A7B36DD-290F-476A-884C-6B0C1B3E6E1B}" destId="{B0CBD8F8-4184-4100-A433-A3ED70226F5C}" srcOrd="0" destOrd="0" presId="urn:microsoft.com/office/officeart/2009/3/layout/HorizontalOrganizationChart"/>
    <dgm:cxn modelId="{9104449A-56E9-4124-B865-23EE7E2478BF}" type="presParOf" srcId="{FC3F9C25-DDEE-45AD-8B40-16604DD7F58A}" destId="{8CF2D484-AC62-49C8-9A3D-01433E9505E0}" srcOrd="0" destOrd="0" presId="urn:microsoft.com/office/officeart/2009/3/layout/HorizontalOrganizationChart"/>
    <dgm:cxn modelId="{BC63D3AE-B353-4912-A1FA-7CCFE6B761D6}" type="presParOf" srcId="{8CF2D484-AC62-49C8-9A3D-01433E9505E0}" destId="{08573E55-FB9D-4F90-B861-075F216A9359}" srcOrd="0" destOrd="0" presId="urn:microsoft.com/office/officeart/2009/3/layout/HorizontalOrganizationChart"/>
    <dgm:cxn modelId="{2C8A2E62-77A2-4089-9BF3-4C074033EB11}" type="presParOf" srcId="{08573E55-FB9D-4F90-B861-075F216A9359}" destId="{DE10F0AD-3175-4EB8-8F48-BAF5125F07B1}" srcOrd="0" destOrd="0" presId="urn:microsoft.com/office/officeart/2009/3/layout/HorizontalOrganizationChart"/>
    <dgm:cxn modelId="{139B2C4A-52FB-4728-8ABD-CAFFAA8ED2A6}" type="presParOf" srcId="{08573E55-FB9D-4F90-B861-075F216A9359}" destId="{A76FCAD3-9CED-41AD-95BA-8363D8EBD9D3}" srcOrd="1" destOrd="0" presId="urn:microsoft.com/office/officeart/2009/3/layout/HorizontalOrganizationChart"/>
    <dgm:cxn modelId="{0410CF39-9C58-4148-BCBC-234CB9049EEB}" type="presParOf" srcId="{8CF2D484-AC62-49C8-9A3D-01433E9505E0}" destId="{4116DB35-19C5-468C-85BD-904E5FCD0D85}" srcOrd="1" destOrd="0" presId="urn:microsoft.com/office/officeart/2009/3/layout/HorizontalOrganizationChart"/>
    <dgm:cxn modelId="{639A5063-DC5A-4164-BE4B-F2D30349F0B1}" type="presParOf" srcId="{4116DB35-19C5-468C-85BD-904E5FCD0D85}" destId="{4CF34CC6-E47F-4EE5-A937-335016E28B45}" srcOrd="0" destOrd="0" presId="urn:microsoft.com/office/officeart/2009/3/layout/HorizontalOrganizationChart"/>
    <dgm:cxn modelId="{DC275117-0938-47A1-84CF-52A7A20D3315}" type="presParOf" srcId="{4116DB35-19C5-468C-85BD-904E5FCD0D85}" destId="{801DBF8D-774A-41DC-A68E-BB9495261C4D}" srcOrd="1" destOrd="0" presId="urn:microsoft.com/office/officeart/2009/3/layout/HorizontalOrganizationChart"/>
    <dgm:cxn modelId="{D43203D0-5F70-4989-9721-FD5BFBCDFC0C}" type="presParOf" srcId="{801DBF8D-774A-41DC-A68E-BB9495261C4D}" destId="{7322330B-DCAC-4307-8AB2-D784A70E7EDF}" srcOrd="0" destOrd="0" presId="urn:microsoft.com/office/officeart/2009/3/layout/HorizontalOrganizationChart"/>
    <dgm:cxn modelId="{ECB0BD0E-274E-4E03-88EB-C99A67EFC47E}" type="presParOf" srcId="{7322330B-DCAC-4307-8AB2-D784A70E7EDF}" destId="{04E6E1D5-4CE1-4F6D-A18C-8C6BC415A2BB}" srcOrd="0" destOrd="0" presId="urn:microsoft.com/office/officeart/2009/3/layout/HorizontalOrganizationChart"/>
    <dgm:cxn modelId="{B9A00FFF-68FD-47DA-A2F9-B1D2F30C532F}" type="presParOf" srcId="{7322330B-DCAC-4307-8AB2-D784A70E7EDF}" destId="{6669A0DB-C58C-4BBE-BFD8-BE9558AA3261}" srcOrd="1" destOrd="0" presId="urn:microsoft.com/office/officeart/2009/3/layout/HorizontalOrganizationChart"/>
    <dgm:cxn modelId="{2501ABF5-659B-45E5-A51B-D47ED6712709}" type="presParOf" srcId="{801DBF8D-774A-41DC-A68E-BB9495261C4D}" destId="{705490AC-3D06-4062-9DE9-402F1E7C3F14}" srcOrd="1" destOrd="0" presId="urn:microsoft.com/office/officeart/2009/3/layout/HorizontalOrganizationChart"/>
    <dgm:cxn modelId="{D84E25DF-9B2E-4D70-B190-62A467848784}" type="presParOf" srcId="{705490AC-3D06-4062-9DE9-402F1E7C3F14}" destId="{F319FD91-AD92-4C4B-B47E-86029BC36B0F}" srcOrd="0" destOrd="0" presId="urn:microsoft.com/office/officeart/2009/3/layout/HorizontalOrganizationChart"/>
    <dgm:cxn modelId="{488A1734-EAEF-4927-BB61-ACF8126DE001}" type="presParOf" srcId="{705490AC-3D06-4062-9DE9-402F1E7C3F14}" destId="{67C95D42-DB4D-4BF8-AD79-A2B6A346CB9F}" srcOrd="1" destOrd="0" presId="urn:microsoft.com/office/officeart/2009/3/layout/HorizontalOrganizationChart"/>
    <dgm:cxn modelId="{BAF613FF-90ED-4990-A098-99F8EDD36CED}" type="presParOf" srcId="{67C95D42-DB4D-4BF8-AD79-A2B6A346CB9F}" destId="{BEFF4B3B-A811-432F-AF98-5797862F7620}" srcOrd="0" destOrd="0" presId="urn:microsoft.com/office/officeart/2009/3/layout/HorizontalOrganizationChart"/>
    <dgm:cxn modelId="{D3B19A00-8E2D-4A30-A830-02FD6AC4E7E3}" type="presParOf" srcId="{BEFF4B3B-A811-432F-AF98-5797862F7620}" destId="{014F0CA3-2DCE-4E0C-AD35-D55B0BC24C79}" srcOrd="0" destOrd="0" presId="urn:microsoft.com/office/officeart/2009/3/layout/HorizontalOrganizationChart"/>
    <dgm:cxn modelId="{8360BBBE-A616-405E-A10E-104C8442FCF5}" type="presParOf" srcId="{BEFF4B3B-A811-432F-AF98-5797862F7620}" destId="{7942C69D-27A6-488F-9A5C-36F350330CCE}" srcOrd="1" destOrd="0" presId="urn:microsoft.com/office/officeart/2009/3/layout/HorizontalOrganizationChart"/>
    <dgm:cxn modelId="{8BEDDE9B-9D65-410A-9DD3-E3195A3EFB3C}" type="presParOf" srcId="{67C95D42-DB4D-4BF8-AD79-A2B6A346CB9F}" destId="{0CAE4E19-40E1-4B1F-8D2C-E6EE0CBFC92D}" srcOrd="1" destOrd="0" presId="urn:microsoft.com/office/officeart/2009/3/layout/HorizontalOrganizationChart"/>
    <dgm:cxn modelId="{50B5EE72-EF7F-4D27-BAF3-EC16C9B2428A}" type="presParOf" srcId="{0CAE4E19-40E1-4B1F-8D2C-E6EE0CBFC92D}" destId="{57FDA4DD-A1E8-4804-8DB6-DC03D40FD328}" srcOrd="0" destOrd="0" presId="urn:microsoft.com/office/officeart/2009/3/layout/HorizontalOrganizationChart"/>
    <dgm:cxn modelId="{05792AE5-F8DE-44A2-959B-E7F02CC2DE80}" type="presParOf" srcId="{0CAE4E19-40E1-4B1F-8D2C-E6EE0CBFC92D}" destId="{4C3872A7-1E35-44D2-BE7D-8FB18B4CEE4A}" srcOrd="1" destOrd="0" presId="urn:microsoft.com/office/officeart/2009/3/layout/HorizontalOrganizationChart"/>
    <dgm:cxn modelId="{94FBDC7E-3C94-4729-9472-87B6E6D847EF}" type="presParOf" srcId="{4C3872A7-1E35-44D2-BE7D-8FB18B4CEE4A}" destId="{D674F166-D86B-4CB5-A16F-F317F7A28146}" srcOrd="0" destOrd="0" presId="urn:microsoft.com/office/officeart/2009/3/layout/HorizontalOrganizationChart"/>
    <dgm:cxn modelId="{4942C738-7DF2-416A-B12B-37B551CF1477}" type="presParOf" srcId="{D674F166-D86B-4CB5-A16F-F317F7A28146}" destId="{B0CBD8F8-4184-4100-A433-A3ED70226F5C}" srcOrd="0" destOrd="0" presId="urn:microsoft.com/office/officeart/2009/3/layout/HorizontalOrganizationChart"/>
    <dgm:cxn modelId="{525F563C-1E18-4422-B700-3298C93A682C}" type="presParOf" srcId="{D674F166-D86B-4CB5-A16F-F317F7A28146}" destId="{A2D601CB-FFCB-421F-879D-2B1ECFD8F269}" srcOrd="1" destOrd="0" presId="urn:microsoft.com/office/officeart/2009/3/layout/HorizontalOrganizationChart"/>
    <dgm:cxn modelId="{ACB203C8-A33D-4E94-AA3B-25C657E073CE}" type="presParOf" srcId="{4C3872A7-1E35-44D2-BE7D-8FB18B4CEE4A}" destId="{3560ED36-3A78-4BDB-881E-C4FB8C19A5AA}" srcOrd="1" destOrd="0" presId="urn:microsoft.com/office/officeart/2009/3/layout/HorizontalOrganizationChart"/>
    <dgm:cxn modelId="{4C788783-82B4-451B-827F-4A8A7BFCA9D1}" type="presParOf" srcId="{4C3872A7-1E35-44D2-BE7D-8FB18B4CEE4A}" destId="{8D596C78-C408-4467-90EA-89DD1F209DBF}" srcOrd="2" destOrd="0" presId="urn:microsoft.com/office/officeart/2009/3/layout/HorizontalOrganizationChart"/>
    <dgm:cxn modelId="{DA62ECE4-0515-483D-8E6E-4CD48CC2472F}" type="presParOf" srcId="{0CAE4E19-40E1-4B1F-8D2C-E6EE0CBFC92D}" destId="{4A5F580F-C378-4157-842F-42FEE6843A39}" srcOrd="2" destOrd="0" presId="urn:microsoft.com/office/officeart/2009/3/layout/HorizontalOrganizationChart"/>
    <dgm:cxn modelId="{EDC896C8-C2C1-42CF-B4C3-074D1C459A4D}" type="presParOf" srcId="{0CAE4E19-40E1-4B1F-8D2C-E6EE0CBFC92D}" destId="{E67DEFD1-CB3A-4168-9F44-DAB536DEEBBF}" srcOrd="3" destOrd="0" presId="urn:microsoft.com/office/officeart/2009/3/layout/HorizontalOrganizationChart"/>
    <dgm:cxn modelId="{CEC415B9-6922-451C-8F0B-2F02FA8529E0}" type="presParOf" srcId="{E67DEFD1-CB3A-4168-9F44-DAB536DEEBBF}" destId="{EE2EF619-B1B3-4B8B-A6CF-D9800357CA5D}" srcOrd="0" destOrd="0" presId="urn:microsoft.com/office/officeart/2009/3/layout/HorizontalOrganizationChart"/>
    <dgm:cxn modelId="{3C7864F7-70D4-4336-9998-71C94D38957B}" type="presParOf" srcId="{EE2EF619-B1B3-4B8B-A6CF-D9800357CA5D}" destId="{66502422-C7BD-436D-A16D-5C1E3C584360}" srcOrd="0" destOrd="0" presId="urn:microsoft.com/office/officeart/2009/3/layout/HorizontalOrganizationChart"/>
    <dgm:cxn modelId="{8F213234-20DA-4A83-A322-6177D880969C}" type="presParOf" srcId="{EE2EF619-B1B3-4B8B-A6CF-D9800357CA5D}" destId="{65546645-C6AD-44E7-B5B8-9584FAB4203B}" srcOrd="1" destOrd="0" presId="urn:microsoft.com/office/officeart/2009/3/layout/HorizontalOrganizationChart"/>
    <dgm:cxn modelId="{3E2CA854-756B-4CDE-9318-ABCCA10FF1E8}" type="presParOf" srcId="{E67DEFD1-CB3A-4168-9F44-DAB536DEEBBF}" destId="{67558D78-7121-4084-B005-4B7C245F3F75}" srcOrd="1" destOrd="0" presId="urn:microsoft.com/office/officeart/2009/3/layout/HorizontalOrganizationChart"/>
    <dgm:cxn modelId="{28EA8742-770A-4F66-B1C4-8BD2A26DC31E}" type="presParOf" srcId="{E67DEFD1-CB3A-4168-9F44-DAB536DEEBBF}" destId="{31592AB1-5218-4EA5-A0BD-9DFA4D2B6476}" srcOrd="2" destOrd="0" presId="urn:microsoft.com/office/officeart/2009/3/layout/HorizontalOrganizationChart"/>
    <dgm:cxn modelId="{2B5294B7-B21A-4F9D-8384-05CD82BC8F54}" type="presParOf" srcId="{67C95D42-DB4D-4BF8-AD79-A2B6A346CB9F}" destId="{89FB73C5-31AA-48D4-B97C-28FF45D6F097}" srcOrd="2" destOrd="0" presId="urn:microsoft.com/office/officeart/2009/3/layout/HorizontalOrganizationChart"/>
    <dgm:cxn modelId="{556C4870-F8FB-4B17-843A-DB47205B823A}" type="presParOf" srcId="{705490AC-3D06-4062-9DE9-402F1E7C3F14}" destId="{DD55B1BB-7F79-4A5D-A6CF-653B074ABBFE}" srcOrd="2" destOrd="0" presId="urn:microsoft.com/office/officeart/2009/3/layout/HorizontalOrganizationChart"/>
    <dgm:cxn modelId="{3F4D0BD3-94A5-445D-9CC6-E09CD943568F}" type="presParOf" srcId="{705490AC-3D06-4062-9DE9-402F1E7C3F14}" destId="{DFCF2CCD-DDA8-4EC4-8347-8E89EA31B1FF}" srcOrd="3" destOrd="0" presId="urn:microsoft.com/office/officeart/2009/3/layout/HorizontalOrganizationChart"/>
    <dgm:cxn modelId="{680D10D0-F75B-4585-BD13-0E3114B0667E}" type="presParOf" srcId="{DFCF2CCD-DDA8-4EC4-8347-8E89EA31B1FF}" destId="{C8575899-E25B-40AC-85EB-8FA7B337DFAA}" srcOrd="0" destOrd="0" presId="urn:microsoft.com/office/officeart/2009/3/layout/HorizontalOrganizationChart"/>
    <dgm:cxn modelId="{09AADA82-3F29-4524-8DD9-B36DBBEFD826}" type="presParOf" srcId="{C8575899-E25B-40AC-85EB-8FA7B337DFAA}" destId="{5425C679-7D43-4215-8EAF-7E5F198E0DF9}" srcOrd="0" destOrd="0" presId="urn:microsoft.com/office/officeart/2009/3/layout/HorizontalOrganizationChart"/>
    <dgm:cxn modelId="{3A563008-2450-4AB5-94FB-47C38ACAC138}" type="presParOf" srcId="{C8575899-E25B-40AC-85EB-8FA7B337DFAA}" destId="{E5E3047F-2759-4295-B9A2-D07A6969F05E}" srcOrd="1" destOrd="0" presId="urn:microsoft.com/office/officeart/2009/3/layout/HorizontalOrganizationChart"/>
    <dgm:cxn modelId="{C07E4F86-0511-40FF-B272-9A8033F156DD}" type="presParOf" srcId="{DFCF2CCD-DDA8-4EC4-8347-8E89EA31B1FF}" destId="{5F014E27-F771-4DE1-91C1-328B8A90396C}" srcOrd="1" destOrd="0" presId="urn:microsoft.com/office/officeart/2009/3/layout/HorizontalOrganizationChart"/>
    <dgm:cxn modelId="{93B7A7FA-F3CA-4991-B772-B8BF25079C74}" type="presParOf" srcId="{5F014E27-F771-4DE1-91C1-328B8A90396C}" destId="{6CBE6289-0622-4EF3-99C9-7FE997A4D4D7}" srcOrd="0" destOrd="0" presId="urn:microsoft.com/office/officeart/2009/3/layout/HorizontalOrganizationChart"/>
    <dgm:cxn modelId="{BCD8CA11-ED0F-4AE8-AECB-76CFCA971C13}" type="presParOf" srcId="{5F014E27-F771-4DE1-91C1-328B8A90396C}" destId="{F85BA892-A175-4259-9974-802D72FE08D7}" srcOrd="1" destOrd="0" presId="urn:microsoft.com/office/officeart/2009/3/layout/HorizontalOrganizationChart"/>
    <dgm:cxn modelId="{E2C304BD-9639-4102-A9BD-A3E168409041}" type="presParOf" srcId="{F85BA892-A175-4259-9974-802D72FE08D7}" destId="{7CFCA694-62AF-4F00-B105-B9DA89C33348}" srcOrd="0" destOrd="0" presId="urn:microsoft.com/office/officeart/2009/3/layout/HorizontalOrganizationChart"/>
    <dgm:cxn modelId="{BFA12753-363A-4575-9D3B-311B97F10010}" type="presParOf" srcId="{7CFCA694-62AF-4F00-B105-B9DA89C33348}" destId="{EFC1D073-07BA-4E8D-A038-042F08635EA3}" srcOrd="0" destOrd="0" presId="urn:microsoft.com/office/officeart/2009/3/layout/HorizontalOrganizationChart"/>
    <dgm:cxn modelId="{9497FDB6-861E-4502-9C90-21DAB5B25765}" type="presParOf" srcId="{7CFCA694-62AF-4F00-B105-B9DA89C33348}" destId="{633F5245-2B25-4143-B953-9705892914CA}" srcOrd="1" destOrd="0" presId="urn:microsoft.com/office/officeart/2009/3/layout/HorizontalOrganizationChart"/>
    <dgm:cxn modelId="{35E82C33-83E6-4097-924B-67119E2B157B}" type="presParOf" srcId="{F85BA892-A175-4259-9974-802D72FE08D7}" destId="{ABC27F23-D389-49E9-BD08-FAE6B9B0005A}" srcOrd="1" destOrd="0" presId="urn:microsoft.com/office/officeart/2009/3/layout/HorizontalOrganizationChart"/>
    <dgm:cxn modelId="{D87116B7-E02D-4028-A198-3B4D6A7E70A5}" type="presParOf" srcId="{F85BA892-A175-4259-9974-802D72FE08D7}" destId="{BF6FE1A6-C6F7-4C70-B0B0-C7DEFB0754EC}" srcOrd="2" destOrd="0" presId="urn:microsoft.com/office/officeart/2009/3/layout/HorizontalOrganizationChart"/>
    <dgm:cxn modelId="{81C60118-FE1A-4607-82D6-A5F4C071CB1A}" type="presParOf" srcId="{5F014E27-F771-4DE1-91C1-328B8A90396C}" destId="{947891AB-ED0A-4DC0-BCC9-4D40646DFF04}" srcOrd="2" destOrd="0" presId="urn:microsoft.com/office/officeart/2009/3/layout/HorizontalOrganizationChart"/>
    <dgm:cxn modelId="{6ED1FA26-F922-4B1E-92A2-B7D449B1471D}" type="presParOf" srcId="{5F014E27-F771-4DE1-91C1-328B8A90396C}" destId="{CEBDB218-C384-4A49-AB54-AE54F5FFC57C}" srcOrd="3" destOrd="0" presId="urn:microsoft.com/office/officeart/2009/3/layout/HorizontalOrganizationChart"/>
    <dgm:cxn modelId="{C6558DB3-D7A9-47CA-9709-F7A2BAF96D3F}" type="presParOf" srcId="{CEBDB218-C384-4A49-AB54-AE54F5FFC57C}" destId="{1339FF9A-56C3-447C-979A-D61104C11998}" srcOrd="0" destOrd="0" presId="urn:microsoft.com/office/officeart/2009/3/layout/HorizontalOrganizationChart"/>
    <dgm:cxn modelId="{9501B926-816B-46B1-8638-02C0603FD499}" type="presParOf" srcId="{1339FF9A-56C3-447C-979A-D61104C11998}" destId="{7CEB5B79-D4A9-4E49-82D4-72F9E272399F}" srcOrd="0" destOrd="0" presId="urn:microsoft.com/office/officeart/2009/3/layout/HorizontalOrganizationChart"/>
    <dgm:cxn modelId="{A486B702-7E8F-4ADB-A9E7-EDF07456B8B8}" type="presParOf" srcId="{1339FF9A-56C3-447C-979A-D61104C11998}" destId="{A7CFED0C-C99A-4955-82D5-9FF177345FF2}" srcOrd="1" destOrd="0" presId="urn:microsoft.com/office/officeart/2009/3/layout/HorizontalOrganizationChart"/>
    <dgm:cxn modelId="{65BAC592-A266-4FF7-919A-509F69EC4657}" type="presParOf" srcId="{CEBDB218-C384-4A49-AB54-AE54F5FFC57C}" destId="{5FA819DD-7FAD-4761-80E4-03E372C67A2F}" srcOrd="1" destOrd="0" presId="urn:microsoft.com/office/officeart/2009/3/layout/HorizontalOrganizationChart"/>
    <dgm:cxn modelId="{5ACA260A-9F0A-493A-A1F7-3AE648072F4A}" type="presParOf" srcId="{CEBDB218-C384-4A49-AB54-AE54F5FFC57C}" destId="{323AA9CF-03D6-46F4-9811-FCABD37E3E4A}" srcOrd="2" destOrd="0" presId="urn:microsoft.com/office/officeart/2009/3/layout/HorizontalOrganizationChart"/>
    <dgm:cxn modelId="{28AA40E4-E596-4C2A-9A00-DB21F0950BDC}" type="presParOf" srcId="{DFCF2CCD-DDA8-4EC4-8347-8E89EA31B1FF}" destId="{C02DF238-37EA-47D8-BD7C-DDA9E40BD9BE}" srcOrd="2" destOrd="0" presId="urn:microsoft.com/office/officeart/2009/3/layout/HorizontalOrganizationChart"/>
    <dgm:cxn modelId="{88E0CFFC-E71F-4E54-9927-40D0F76DC58E}" type="presParOf" srcId="{801DBF8D-774A-41DC-A68E-BB9495261C4D}" destId="{3CA5CB23-5CE6-45CA-AFBF-309878EBE322}" srcOrd="2" destOrd="0" presId="urn:microsoft.com/office/officeart/2009/3/layout/HorizontalOrganizationChart"/>
    <dgm:cxn modelId="{9B9B63CC-66BF-4D41-B799-ED8A9179FC45}" type="presParOf" srcId="{8CF2D484-AC62-49C8-9A3D-01433E9505E0}" destId="{1FE610EE-93FF-4262-A549-7EB2984D0760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308C0-AA2F-4CD4-B3F7-DB6DEA680850}">
      <dsp:nvSpPr>
        <dsp:cNvPr id="0" name=""/>
        <dsp:cNvSpPr/>
      </dsp:nvSpPr>
      <dsp:spPr>
        <a:xfrm>
          <a:off x="529017" y="1897844"/>
          <a:ext cx="2199013" cy="1099506"/>
        </a:xfrm>
        <a:prstGeom prst="roundRect">
          <a:avLst>
            <a:gd name="adj" fmla="val 10000"/>
          </a:avLst>
        </a:prstGeom>
        <a:solidFill>
          <a:srgbClr val="CC331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/>
              <a:ea typeface="Calibri"/>
              <a:cs typeface="Calibri"/>
            </a:rPr>
            <a:t>Wildfire</a:t>
          </a:r>
          <a:endParaRPr lang="en-GB" sz="1800" b="1" kern="1200">
            <a:latin typeface="Calibri"/>
            <a:ea typeface="Calibri"/>
            <a:cs typeface="Calibri"/>
          </a:endParaRPr>
        </a:p>
      </dsp:txBody>
      <dsp:txXfrm>
        <a:off x="561220" y="1930047"/>
        <a:ext cx="2134607" cy="1035100"/>
      </dsp:txXfrm>
    </dsp:sp>
    <dsp:sp modelId="{8F35F557-19AA-4EBA-95D7-C18937C2193A}">
      <dsp:nvSpPr>
        <dsp:cNvPr id="0" name=""/>
        <dsp:cNvSpPr/>
      </dsp:nvSpPr>
      <dsp:spPr>
        <a:xfrm>
          <a:off x="2728030" y="2427382"/>
          <a:ext cx="8796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79605" y="2021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3145843" y="2425607"/>
        <a:ext cx="43980" cy="43980"/>
      </dsp:txXfrm>
    </dsp:sp>
    <dsp:sp modelId="{9E2F4EE8-7053-4E6A-BCBC-22CCC38B8BA8}">
      <dsp:nvSpPr>
        <dsp:cNvPr id="0" name=""/>
        <dsp:cNvSpPr/>
      </dsp:nvSpPr>
      <dsp:spPr>
        <a:xfrm>
          <a:off x="3607635" y="1897844"/>
          <a:ext cx="2199013" cy="1099506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3639838" y="1930047"/>
        <a:ext cx="2134607" cy="1035100"/>
      </dsp:txXfrm>
    </dsp:sp>
    <dsp:sp modelId="{2AA0FF4F-A2B3-419E-B2E7-17096B98F2BB}">
      <dsp:nvSpPr>
        <dsp:cNvPr id="0" name=""/>
        <dsp:cNvSpPr/>
      </dsp:nvSpPr>
      <dsp:spPr>
        <a:xfrm rot="18289469">
          <a:off x="5476306" y="1795166"/>
          <a:ext cx="154029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540290" y="2021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07944" y="1776873"/>
        <a:ext cx="77014" cy="77014"/>
      </dsp:txXfrm>
    </dsp:sp>
    <dsp:sp modelId="{C08AD433-6FDF-4890-B165-45F8FE768FAB}">
      <dsp:nvSpPr>
        <dsp:cNvPr id="0" name=""/>
        <dsp:cNvSpPr/>
      </dsp:nvSpPr>
      <dsp:spPr>
        <a:xfrm>
          <a:off x="6686254" y="633411"/>
          <a:ext cx="2199013" cy="1099506"/>
        </a:xfrm>
        <a:prstGeom prst="roundRect">
          <a:avLst>
            <a:gd name="adj" fmla="val 10000"/>
          </a:avLst>
        </a:prstGeom>
        <a:solidFill>
          <a:srgbClr val="1F78B4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 kern="120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718457" y="665614"/>
        <a:ext cx="2134607" cy="1035100"/>
      </dsp:txXfrm>
    </dsp:sp>
    <dsp:sp modelId="{BABA857C-7273-4257-B1B9-26539F414293}">
      <dsp:nvSpPr>
        <dsp:cNvPr id="0" name=""/>
        <dsp:cNvSpPr/>
      </dsp:nvSpPr>
      <dsp:spPr>
        <a:xfrm rot="19457599">
          <a:off x="8783452" y="846841"/>
          <a:ext cx="108323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83237" y="2021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9297989" y="839975"/>
        <a:ext cx="54161" cy="54161"/>
      </dsp:txXfrm>
    </dsp:sp>
    <dsp:sp modelId="{32D40512-03DF-4D82-8986-1E8A8EAAF93D}">
      <dsp:nvSpPr>
        <dsp:cNvPr id="0" name=""/>
        <dsp:cNvSpPr/>
      </dsp:nvSpPr>
      <dsp:spPr>
        <a:xfrm>
          <a:off x="9764873" y="1195"/>
          <a:ext cx="2199013" cy="1099506"/>
        </a:xfrm>
        <a:prstGeom prst="roundRect">
          <a:avLst>
            <a:gd name="adj" fmla="val 10000"/>
          </a:avLst>
        </a:prstGeom>
        <a:solidFill>
          <a:srgbClr val="A6CEE3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9797076" y="33398"/>
        <a:ext cx="2134607" cy="1035100"/>
      </dsp:txXfrm>
    </dsp:sp>
    <dsp:sp modelId="{4AD86B41-A51E-4AF3-8ED0-DAFD27D92B5B}">
      <dsp:nvSpPr>
        <dsp:cNvPr id="0" name=""/>
        <dsp:cNvSpPr/>
      </dsp:nvSpPr>
      <dsp:spPr>
        <a:xfrm rot="2142401">
          <a:off x="8783452" y="1479058"/>
          <a:ext cx="108323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83237" y="2021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9297989" y="1472192"/>
        <a:ext cx="54161" cy="54161"/>
      </dsp:txXfrm>
    </dsp:sp>
    <dsp:sp modelId="{B998BFAC-1695-431F-8AF7-C79419E44844}">
      <dsp:nvSpPr>
        <dsp:cNvPr id="0" name=""/>
        <dsp:cNvSpPr/>
      </dsp:nvSpPr>
      <dsp:spPr>
        <a:xfrm>
          <a:off x="9764873" y="1265627"/>
          <a:ext cx="2199013" cy="1099506"/>
        </a:xfrm>
        <a:prstGeom prst="roundRect">
          <a:avLst>
            <a:gd name="adj" fmla="val 10000"/>
          </a:avLst>
        </a:prstGeom>
        <a:solidFill>
          <a:srgbClr val="A6CEE3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797076" y="1297830"/>
        <a:ext cx="2134607" cy="1035100"/>
      </dsp:txXfrm>
    </dsp:sp>
    <dsp:sp modelId="{9BBB761A-3D34-4E58-B2D2-B16678513D6C}">
      <dsp:nvSpPr>
        <dsp:cNvPr id="0" name=""/>
        <dsp:cNvSpPr/>
      </dsp:nvSpPr>
      <dsp:spPr>
        <a:xfrm rot="3310531">
          <a:off x="5476306" y="3059599"/>
          <a:ext cx="154029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540290" y="2021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6207944" y="3041306"/>
        <a:ext cx="77014" cy="77014"/>
      </dsp:txXfrm>
    </dsp:sp>
    <dsp:sp modelId="{F23B98F4-E6CF-4340-87AE-D6B45DEFD654}">
      <dsp:nvSpPr>
        <dsp:cNvPr id="0" name=""/>
        <dsp:cNvSpPr/>
      </dsp:nvSpPr>
      <dsp:spPr>
        <a:xfrm>
          <a:off x="6686254" y="3162276"/>
          <a:ext cx="2199013" cy="1099506"/>
        </a:xfrm>
        <a:prstGeom prst="roundRect">
          <a:avLst>
            <a:gd name="adj" fmla="val 10000"/>
          </a:avLst>
        </a:prstGeom>
        <a:solidFill>
          <a:srgbClr val="33A02C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 kern="1200">
            <a:solidFill>
              <a:schemeClr val="bg1"/>
            </a:solidFill>
            <a:latin typeface="Calibri"/>
            <a:ea typeface="Calibri"/>
            <a:cs typeface="Calibri"/>
          </a:endParaRPr>
        </a:p>
      </dsp:txBody>
      <dsp:txXfrm>
        <a:off x="6718457" y="3194479"/>
        <a:ext cx="2134607" cy="1035100"/>
      </dsp:txXfrm>
    </dsp:sp>
    <dsp:sp modelId="{79ED08A5-3869-4FF1-9454-410ED337AEDD}">
      <dsp:nvSpPr>
        <dsp:cNvPr id="0" name=""/>
        <dsp:cNvSpPr/>
      </dsp:nvSpPr>
      <dsp:spPr>
        <a:xfrm rot="19457599">
          <a:off x="8783452" y="3375707"/>
          <a:ext cx="108323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83237" y="2021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297989" y="3368841"/>
        <a:ext cx="54161" cy="54161"/>
      </dsp:txXfrm>
    </dsp:sp>
    <dsp:sp modelId="{75EB20B3-C4D5-481E-935E-15E38E384D10}">
      <dsp:nvSpPr>
        <dsp:cNvPr id="0" name=""/>
        <dsp:cNvSpPr/>
      </dsp:nvSpPr>
      <dsp:spPr>
        <a:xfrm>
          <a:off x="9764873" y="2530060"/>
          <a:ext cx="2199013" cy="1099506"/>
        </a:xfrm>
        <a:prstGeom prst="roundRect">
          <a:avLst>
            <a:gd name="adj" fmla="val 10000"/>
          </a:avLst>
        </a:prstGeom>
        <a:solidFill>
          <a:srgbClr val="B2DF8A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797076" y="2562263"/>
        <a:ext cx="2134607" cy="1035100"/>
      </dsp:txXfrm>
    </dsp:sp>
    <dsp:sp modelId="{A1F0CC47-F072-4C0A-B234-93C0D64107F6}">
      <dsp:nvSpPr>
        <dsp:cNvPr id="0" name=""/>
        <dsp:cNvSpPr/>
      </dsp:nvSpPr>
      <dsp:spPr>
        <a:xfrm rot="2142401">
          <a:off x="8783452" y="4007923"/>
          <a:ext cx="108323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83237" y="2021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297989" y="4001057"/>
        <a:ext cx="54161" cy="54161"/>
      </dsp:txXfrm>
    </dsp:sp>
    <dsp:sp modelId="{0268FB6E-7222-4338-AD17-C72BCC8F9099}">
      <dsp:nvSpPr>
        <dsp:cNvPr id="0" name=""/>
        <dsp:cNvSpPr/>
      </dsp:nvSpPr>
      <dsp:spPr>
        <a:xfrm>
          <a:off x="9764873" y="3794493"/>
          <a:ext cx="2199013" cy="1099506"/>
        </a:xfrm>
        <a:prstGeom prst="roundRect">
          <a:avLst>
            <a:gd name="adj" fmla="val 10000"/>
          </a:avLst>
        </a:prstGeom>
        <a:solidFill>
          <a:srgbClr val="B2DF8A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797076" y="3826696"/>
        <a:ext cx="2134607" cy="1035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FE959-EA13-45E9-BF5B-D161383CF944}">
      <dsp:nvSpPr>
        <dsp:cNvPr id="0" name=""/>
        <dsp:cNvSpPr/>
      </dsp:nvSpPr>
      <dsp:spPr>
        <a:xfrm>
          <a:off x="180176" y="1880916"/>
          <a:ext cx="2589837" cy="1133361"/>
        </a:xfrm>
        <a:prstGeom prst="ellipse">
          <a:avLst/>
        </a:prstGeom>
        <a:solidFill>
          <a:srgbClr val="CC331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/>
              <a:ea typeface="Calibri"/>
              <a:cs typeface="Calibri"/>
            </a:rPr>
            <a:t>Wildfire</a:t>
          </a:r>
          <a:endParaRPr lang="en-GB" sz="1800" b="1" kern="1200">
            <a:latin typeface="Calibri"/>
            <a:ea typeface="Calibri"/>
            <a:cs typeface="Calibri"/>
          </a:endParaRPr>
        </a:p>
      </dsp:txBody>
      <dsp:txXfrm>
        <a:off x="559449" y="2046893"/>
        <a:ext cx="1831291" cy="801407"/>
      </dsp:txXfrm>
    </dsp:sp>
    <dsp:sp modelId="{D910E476-DD86-401C-BC38-B1707AA00F36}">
      <dsp:nvSpPr>
        <dsp:cNvPr id="0" name=""/>
        <dsp:cNvSpPr/>
      </dsp:nvSpPr>
      <dsp:spPr>
        <a:xfrm>
          <a:off x="2770014" y="2433095"/>
          <a:ext cx="664418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664418" y="14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2770014" y="2115388"/>
        <a:ext cx="664418" cy="664418"/>
      </dsp:txXfrm>
    </dsp:sp>
    <dsp:sp modelId="{8BB0B321-0719-4757-A207-181CABC739E0}">
      <dsp:nvSpPr>
        <dsp:cNvPr id="0" name=""/>
        <dsp:cNvSpPr/>
      </dsp:nvSpPr>
      <dsp:spPr>
        <a:xfrm>
          <a:off x="3434432" y="1880916"/>
          <a:ext cx="2589837" cy="1133361"/>
        </a:xfrm>
        <a:prstGeom prst="flowChartConnector">
          <a:avLst/>
        </a:pr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3813705" y="2046893"/>
        <a:ext cx="1831291" cy="801407"/>
      </dsp:txXfrm>
    </dsp:sp>
    <dsp:sp modelId="{B7AC1B86-9DF9-4DD4-99B2-81663F6C9FDA}">
      <dsp:nvSpPr>
        <dsp:cNvPr id="0" name=""/>
        <dsp:cNvSpPr/>
      </dsp:nvSpPr>
      <dsp:spPr>
        <a:xfrm rot="18016827">
          <a:off x="5664980" y="1807256"/>
          <a:ext cx="1449426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1449426" y="14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353458" y="1785522"/>
        <a:ext cx="72471" cy="72471"/>
      </dsp:txXfrm>
    </dsp:sp>
    <dsp:sp modelId="{099E7118-066B-4C47-AF3A-8F2B0DB2634A}">
      <dsp:nvSpPr>
        <dsp:cNvPr id="0" name=""/>
        <dsp:cNvSpPr/>
      </dsp:nvSpPr>
      <dsp:spPr>
        <a:xfrm>
          <a:off x="6755118" y="629238"/>
          <a:ext cx="2589837" cy="1133361"/>
        </a:xfrm>
        <a:prstGeom prst="flowChartConnector">
          <a:avLst/>
        </a:prstGeom>
        <a:solidFill>
          <a:srgbClr val="1F78B4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 kern="120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134391" y="795215"/>
        <a:ext cx="1831291" cy="801407"/>
      </dsp:txXfrm>
    </dsp:sp>
    <dsp:sp modelId="{4DDBD462-F95C-4D37-BB1D-05D444DF55E0}">
      <dsp:nvSpPr>
        <dsp:cNvPr id="0" name=""/>
        <dsp:cNvSpPr/>
      </dsp:nvSpPr>
      <dsp:spPr>
        <a:xfrm rot="18703558">
          <a:off x="9204737" y="868498"/>
          <a:ext cx="838547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838547" y="14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400" kern="1200"/>
        </a:p>
      </dsp:txBody>
      <dsp:txXfrm>
        <a:off x="9204737" y="463726"/>
        <a:ext cx="838547" cy="838547"/>
      </dsp:txXfrm>
    </dsp:sp>
    <dsp:sp modelId="{AA9CA79D-B820-4D26-94B6-D865546228BD}">
      <dsp:nvSpPr>
        <dsp:cNvPr id="0" name=""/>
        <dsp:cNvSpPr/>
      </dsp:nvSpPr>
      <dsp:spPr>
        <a:xfrm>
          <a:off x="9903066" y="3399"/>
          <a:ext cx="2589837" cy="1133361"/>
        </a:xfrm>
        <a:prstGeom prst="flowChartConnector">
          <a:avLst/>
        </a:prstGeom>
        <a:solidFill>
          <a:srgbClr val="A6CEE3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0282339" y="169376"/>
        <a:ext cx="1831291" cy="801407"/>
      </dsp:txXfrm>
    </dsp:sp>
    <dsp:sp modelId="{CC9C8DAB-D051-4CC2-93B7-808E9017EE9D}">
      <dsp:nvSpPr>
        <dsp:cNvPr id="0" name=""/>
        <dsp:cNvSpPr/>
      </dsp:nvSpPr>
      <dsp:spPr>
        <a:xfrm rot="2896442">
          <a:off x="9204737" y="1494337"/>
          <a:ext cx="838547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838547" y="14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9603047" y="1487875"/>
        <a:ext cx="41927" cy="41927"/>
      </dsp:txXfrm>
    </dsp:sp>
    <dsp:sp modelId="{148144E9-31EA-431D-A2E5-5BFAED35298F}">
      <dsp:nvSpPr>
        <dsp:cNvPr id="0" name=""/>
        <dsp:cNvSpPr/>
      </dsp:nvSpPr>
      <dsp:spPr>
        <a:xfrm>
          <a:off x="9903066" y="1255077"/>
          <a:ext cx="2589837" cy="1133361"/>
        </a:xfrm>
        <a:prstGeom prst="flowChartConnector">
          <a:avLst/>
        </a:prstGeom>
        <a:solidFill>
          <a:srgbClr val="A6CEE3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10282339" y="1421054"/>
        <a:ext cx="1831291" cy="801407"/>
      </dsp:txXfrm>
    </dsp:sp>
    <dsp:sp modelId="{F69E8474-F0A7-4DF8-86EA-C0377F983DF3}">
      <dsp:nvSpPr>
        <dsp:cNvPr id="0" name=""/>
        <dsp:cNvSpPr/>
      </dsp:nvSpPr>
      <dsp:spPr>
        <a:xfrm rot="3583173">
          <a:off x="5664980" y="3058934"/>
          <a:ext cx="1449426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1449426" y="14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5664980" y="2348723"/>
        <a:ext cx="1449426" cy="1449426"/>
      </dsp:txXfrm>
    </dsp:sp>
    <dsp:sp modelId="{C46C9E25-B108-48CB-AD31-328209FC25E6}">
      <dsp:nvSpPr>
        <dsp:cNvPr id="0" name=""/>
        <dsp:cNvSpPr/>
      </dsp:nvSpPr>
      <dsp:spPr>
        <a:xfrm>
          <a:off x="6755118" y="3132594"/>
          <a:ext cx="2589837" cy="1133361"/>
        </a:xfrm>
        <a:prstGeom prst="flowChartConnector">
          <a:avLst/>
        </a:prstGeom>
        <a:solidFill>
          <a:srgbClr val="33A02C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 kern="1200">
            <a:solidFill>
              <a:schemeClr val="bg1"/>
            </a:solidFill>
            <a:latin typeface="Calibri"/>
            <a:ea typeface="Calibri"/>
            <a:cs typeface="Calibri"/>
          </a:endParaRPr>
        </a:p>
      </dsp:txBody>
      <dsp:txXfrm>
        <a:off x="7134391" y="3298571"/>
        <a:ext cx="1831291" cy="801407"/>
      </dsp:txXfrm>
    </dsp:sp>
    <dsp:sp modelId="{2996F20F-464C-450A-B3D4-234E05763E36}">
      <dsp:nvSpPr>
        <dsp:cNvPr id="0" name=""/>
        <dsp:cNvSpPr/>
      </dsp:nvSpPr>
      <dsp:spPr>
        <a:xfrm rot="18703558">
          <a:off x="9204737" y="3371853"/>
          <a:ext cx="838547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838547" y="14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204737" y="2967082"/>
        <a:ext cx="838547" cy="838547"/>
      </dsp:txXfrm>
    </dsp:sp>
    <dsp:sp modelId="{E714FF5C-5311-4B16-9E23-E41F33909FB6}">
      <dsp:nvSpPr>
        <dsp:cNvPr id="0" name=""/>
        <dsp:cNvSpPr/>
      </dsp:nvSpPr>
      <dsp:spPr>
        <a:xfrm>
          <a:off x="9903066" y="2506755"/>
          <a:ext cx="2589837" cy="1133361"/>
        </a:xfrm>
        <a:prstGeom prst="flowChartConnector">
          <a:avLst/>
        </a:prstGeom>
        <a:solidFill>
          <a:srgbClr val="B2DF8A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10282339" y="2672732"/>
        <a:ext cx="1831291" cy="801407"/>
      </dsp:txXfrm>
    </dsp:sp>
    <dsp:sp modelId="{CF6DCB0E-4B83-4C48-8B3C-163630B983AF}">
      <dsp:nvSpPr>
        <dsp:cNvPr id="0" name=""/>
        <dsp:cNvSpPr/>
      </dsp:nvSpPr>
      <dsp:spPr>
        <a:xfrm rot="2896442">
          <a:off x="9204737" y="3997692"/>
          <a:ext cx="838547" cy="29003"/>
        </a:xfrm>
        <a:custGeom>
          <a:avLst/>
          <a:gdLst/>
          <a:ahLst/>
          <a:cxnLst/>
          <a:rect l="0" t="0" r="0" b="0"/>
          <a:pathLst>
            <a:path>
              <a:moveTo>
                <a:pt x="0" y="14501"/>
              </a:moveTo>
              <a:lnTo>
                <a:pt x="838547" y="14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204737" y="3592921"/>
        <a:ext cx="838547" cy="838547"/>
      </dsp:txXfrm>
    </dsp:sp>
    <dsp:sp modelId="{198E114B-C497-4C59-A3EB-DCB993C83FA7}">
      <dsp:nvSpPr>
        <dsp:cNvPr id="0" name=""/>
        <dsp:cNvSpPr/>
      </dsp:nvSpPr>
      <dsp:spPr>
        <a:xfrm>
          <a:off x="9903066" y="3758433"/>
          <a:ext cx="2589837" cy="1133361"/>
        </a:xfrm>
        <a:prstGeom prst="flowChartConnector">
          <a:avLst/>
        </a:prstGeom>
        <a:solidFill>
          <a:srgbClr val="B2DF8A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10282339" y="3924410"/>
        <a:ext cx="1831291" cy="8014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FE959-EA13-45E9-BF5B-D161383CF944}">
      <dsp:nvSpPr>
        <dsp:cNvPr id="0" name=""/>
        <dsp:cNvSpPr/>
      </dsp:nvSpPr>
      <dsp:spPr>
        <a:xfrm>
          <a:off x="69880" y="2141597"/>
          <a:ext cx="2636925" cy="611999"/>
        </a:xfrm>
        <a:prstGeom prst="rect">
          <a:avLst/>
        </a:prstGeom>
        <a:solidFill>
          <a:srgbClr val="CC331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/>
              <a:ea typeface="Calibri"/>
              <a:cs typeface="Calibri"/>
            </a:rPr>
            <a:t>Wildfire</a:t>
          </a:r>
          <a:endParaRPr lang="en-GB" sz="1800" b="1" kern="1200">
            <a:latin typeface="Calibri"/>
            <a:ea typeface="Calibri"/>
            <a:cs typeface="Calibri"/>
          </a:endParaRPr>
        </a:p>
      </dsp:txBody>
      <dsp:txXfrm>
        <a:off x="69880" y="2141597"/>
        <a:ext cx="2636925" cy="611999"/>
      </dsp:txXfrm>
    </dsp:sp>
    <dsp:sp modelId="{D910E476-DD86-401C-BC38-B1707AA00F36}">
      <dsp:nvSpPr>
        <dsp:cNvPr id="0" name=""/>
        <dsp:cNvSpPr/>
      </dsp:nvSpPr>
      <dsp:spPr>
        <a:xfrm>
          <a:off x="2706806" y="2432831"/>
          <a:ext cx="67649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67649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2706806" y="2109348"/>
        <a:ext cx="676498" cy="676498"/>
      </dsp:txXfrm>
    </dsp:sp>
    <dsp:sp modelId="{8BB0B321-0719-4757-A207-181CABC739E0}">
      <dsp:nvSpPr>
        <dsp:cNvPr id="0" name=""/>
        <dsp:cNvSpPr/>
      </dsp:nvSpPr>
      <dsp:spPr>
        <a:xfrm>
          <a:off x="3383304" y="2141597"/>
          <a:ext cx="2636925" cy="611999"/>
        </a:xfrm>
        <a:prstGeom prst="rect">
          <a:avLst/>
        </a:pr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3383304" y="2141597"/>
        <a:ext cx="2636925" cy="611999"/>
      </dsp:txXfrm>
    </dsp:sp>
    <dsp:sp modelId="{B7AC1B86-9DF9-4DD4-99B2-81663F6C9FDA}">
      <dsp:nvSpPr>
        <dsp:cNvPr id="0" name=""/>
        <dsp:cNvSpPr/>
      </dsp:nvSpPr>
      <dsp:spPr>
        <a:xfrm rot="18927167">
          <a:off x="5870223" y="2066598"/>
          <a:ext cx="1044149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1044149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366194" y="2055259"/>
        <a:ext cx="52207" cy="52207"/>
      </dsp:txXfrm>
    </dsp:sp>
    <dsp:sp modelId="{099E7118-066B-4C47-AF3A-8F2B0DB2634A}">
      <dsp:nvSpPr>
        <dsp:cNvPr id="0" name=""/>
        <dsp:cNvSpPr/>
      </dsp:nvSpPr>
      <dsp:spPr>
        <a:xfrm>
          <a:off x="6764366" y="1409129"/>
          <a:ext cx="2636925" cy="611999"/>
        </a:xfrm>
        <a:prstGeom prst="rect">
          <a:avLst/>
        </a:prstGeom>
        <a:solidFill>
          <a:srgbClr val="1F78B4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 kern="120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764366" y="1409129"/>
        <a:ext cx="2636925" cy="611999"/>
      </dsp:txXfrm>
    </dsp:sp>
    <dsp:sp modelId="{4DDBD462-F95C-4D37-BB1D-05D444DF55E0}">
      <dsp:nvSpPr>
        <dsp:cNvPr id="0" name=""/>
        <dsp:cNvSpPr/>
      </dsp:nvSpPr>
      <dsp:spPr>
        <a:xfrm rot="19268988">
          <a:off x="9336716" y="1517247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4100" kern="1200"/>
        </a:p>
      </dsp:txBody>
      <dsp:txXfrm>
        <a:off x="9336716" y="1240093"/>
        <a:ext cx="583838" cy="583838"/>
      </dsp:txXfrm>
    </dsp:sp>
    <dsp:sp modelId="{AA9CA79D-B820-4D26-94B6-D865546228BD}">
      <dsp:nvSpPr>
        <dsp:cNvPr id="0" name=""/>
        <dsp:cNvSpPr/>
      </dsp:nvSpPr>
      <dsp:spPr>
        <a:xfrm>
          <a:off x="9855978" y="1042896"/>
          <a:ext cx="2636925" cy="611999"/>
        </a:xfrm>
        <a:prstGeom prst="rect">
          <a:avLst/>
        </a:prstGeom>
        <a:solidFill>
          <a:srgbClr val="A6CEE3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9855978" y="1042896"/>
        <a:ext cx="2636925" cy="611999"/>
      </dsp:txXfrm>
    </dsp:sp>
    <dsp:sp modelId="{CC9C8DAB-D051-4CC2-93B7-808E9017EE9D}">
      <dsp:nvSpPr>
        <dsp:cNvPr id="0" name=""/>
        <dsp:cNvSpPr/>
      </dsp:nvSpPr>
      <dsp:spPr>
        <a:xfrm rot="2331012">
          <a:off x="9336716" y="1883481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9614039" y="1883650"/>
        <a:ext cx="29191" cy="29191"/>
      </dsp:txXfrm>
    </dsp:sp>
    <dsp:sp modelId="{148144E9-31EA-431D-A2E5-5BFAED35298F}">
      <dsp:nvSpPr>
        <dsp:cNvPr id="0" name=""/>
        <dsp:cNvSpPr/>
      </dsp:nvSpPr>
      <dsp:spPr>
        <a:xfrm>
          <a:off x="9855978" y="1775363"/>
          <a:ext cx="2636925" cy="611999"/>
        </a:xfrm>
        <a:prstGeom prst="rect">
          <a:avLst/>
        </a:prstGeom>
        <a:solidFill>
          <a:srgbClr val="A6CEE3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855978" y="1775363"/>
        <a:ext cx="2636925" cy="611999"/>
      </dsp:txXfrm>
    </dsp:sp>
    <dsp:sp modelId="{F69E8474-F0A7-4DF8-86EA-C0377F983DF3}">
      <dsp:nvSpPr>
        <dsp:cNvPr id="0" name=""/>
        <dsp:cNvSpPr/>
      </dsp:nvSpPr>
      <dsp:spPr>
        <a:xfrm rot="2672833">
          <a:off x="5870223" y="2799065"/>
          <a:ext cx="1044149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1044149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5870223" y="2291756"/>
        <a:ext cx="1044149" cy="1044149"/>
      </dsp:txXfrm>
    </dsp:sp>
    <dsp:sp modelId="{C46C9E25-B108-48CB-AD31-328209FC25E6}">
      <dsp:nvSpPr>
        <dsp:cNvPr id="0" name=""/>
        <dsp:cNvSpPr/>
      </dsp:nvSpPr>
      <dsp:spPr>
        <a:xfrm>
          <a:off x="6764366" y="2874065"/>
          <a:ext cx="2636925" cy="611999"/>
        </a:xfrm>
        <a:prstGeom prst="rect">
          <a:avLst/>
        </a:prstGeom>
        <a:solidFill>
          <a:srgbClr val="33A02C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 kern="1200">
            <a:solidFill>
              <a:schemeClr val="bg1"/>
            </a:solidFill>
            <a:latin typeface="Calibri"/>
            <a:ea typeface="Calibri"/>
            <a:cs typeface="Calibri"/>
          </a:endParaRPr>
        </a:p>
      </dsp:txBody>
      <dsp:txXfrm>
        <a:off x="6764366" y="2874065"/>
        <a:ext cx="2636925" cy="611999"/>
      </dsp:txXfrm>
    </dsp:sp>
    <dsp:sp modelId="{2996F20F-464C-450A-B3D4-234E05763E36}">
      <dsp:nvSpPr>
        <dsp:cNvPr id="0" name=""/>
        <dsp:cNvSpPr/>
      </dsp:nvSpPr>
      <dsp:spPr>
        <a:xfrm rot="19268988">
          <a:off x="9336716" y="2982182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336716" y="2705029"/>
        <a:ext cx="583838" cy="583838"/>
      </dsp:txXfrm>
    </dsp:sp>
    <dsp:sp modelId="{E714FF5C-5311-4B16-9E23-E41F33909FB6}">
      <dsp:nvSpPr>
        <dsp:cNvPr id="0" name=""/>
        <dsp:cNvSpPr/>
      </dsp:nvSpPr>
      <dsp:spPr>
        <a:xfrm>
          <a:off x="9855978" y="2507831"/>
          <a:ext cx="2636925" cy="611999"/>
        </a:xfrm>
        <a:prstGeom prst="rect">
          <a:avLst/>
        </a:prstGeom>
        <a:solidFill>
          <a:srgbClr val="B2DF8A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855978" y="2507831"/>
        <a:ext cx="2636925" cy="611999"/>
      </dsp:txXfrm>
    </dsp:sp>
    <dsp:sp modelId="{CF6DCB0E-4B83-4C48-8B3C-163630B983AF}">
      <dsp:nvSpPr>
        <dsp:cNvPr id="0" name=""/>
        <dsp:cNvSpPr/>
      </dsp:nvSpPr>
      <dsp:spPr>
        <a:xfrm rot="2331012">
          <a:off x="9336716" y="3348416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336716" y="3071262"/>
        <a:ext cx="583838" cy="583838"/>
      </dsp:txXfrm>
    </dsp:sp>
    <dsp:sp modelId="{198E114B-C497-4C59-A3EB-DCB993C83FA7}">
      <dsp:nvSpPr>
        <dsp:cNvPr id="0" name=""/>
        <dsp:cNvSpPr/>
      </dsp:nvSpPr>
      <dsp:spPr>
        <a:xfrm>
          <a:off x="9855978" y="3240298"/>
          <a:ext cx="2636925" cy="611999"/>
        </a:xfrm>
        <a:prstGeom prst="rect">
          <a:avLst/>
        </a:prstGeom>
        <a:solidFill>
          <a:srgbClr val="B2DF8A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855978" y="3240298"/>
        <a:ext cx="2636925" cy="6119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FE959-EA13-45E9-BF5B-D161383CF944}">
      <dsp:nvSpPr>
        <dsp:cNvPr id="0" name=""/>
        <dsp:cNvSpPr/>
      </dsp:nvSpPr>
      <dsp:spPr>
        <a:xfrm>
          <a:off x="69880" y="2141597"/>
          <a:ext cx="2636925" cy="611999"/>
        </a:xfrm>
        <a:prstGeom prst="roundRect">
          <a:avLst/>
        </a:prstGeom>
        <a:solidFill>
          <a:srgbClr val="CC331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/>
              <a:ea typeface="Calibri"/>
              <a:cs typeface="Calibri"/>
            </a:rPr>
            <a:t>Wildfire</a:t>
          </a:r>
          <a:endParaRPr lang="en-GB" sz="1800" b="1" kern="1200">
            <a:latin typeface="Calibri"/>
            <a:ea typeface="Calibri"/>
            <a:cs typeface="Calibri"/>
          </a:endParaRPr>
        </a:p>
      </dsp:txBody>
      <dsp:txXfrm>
        <a:off x="99755" y="2171472"/>
        <a:ext cx="2577175" cy="552249"/>
      </dsp:txXfrm>
    </dsp:sp>
    <dsp:sp modelId="{D910E476-DD86-401C-BC38-B1707AA00F36}">
      <dsp:nvSpPr>
        <dsp:cNvPr id="0" name=""/>
        <dsp:cNvSpPr/>
      </dsp:nvSpPr>
      <dsp:spPr>
        <a:xfrm>
          <a:off x="2706806" y="2432831"/>
          <a:ext cx="67649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67649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2706806" y="2109348"/>
        <a:ext cx="676498" cy="676498"/>
      </dsp:txXfrm>
    </dsp:sp>
    <dsp:sp modelId="{8BB0B321-0719-4757-A207-181CABC739E0}">
      <dsp:nvSpPr>
        <dsp:cNvPr id="0" name=""/>
        <dsp:cNvSpPr/>
      </dsp:nvSpPr>
      <dsp:spPr>
        <a:xfrm>
          <a:off x="3383304" y="2141597"/>
          <a:ext cx="2636925" cy="611999"/>
        </a:xfrm>
        <a:prstGeom prst="roundRect">
          <a:avLst/>
        </a:pr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Mountain Goats</a:t>
          </a:r>
          <a:endParaRPr lang="en-GB" sz="1800" b="1" kern="1200" dirty="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3413179" y="2171472"/>
        <a:ext cx="2577175" cy="552249"/>
      </dsp:txXfrm>
    </dsp:sp>
    <dsp:sp modelId="{B7AC1B86-9DF9-4DD4-99B2-81663F6C9FDA}">
      <dsp:nvSpPr>
        <dsp:cNvPr id="0" name=""/>
        <dsp:cNvSpPr/>
      </dsp:nvSpPr>
      <dsp:spPr>
        <a:xfrm rot="18927167">
          <a:off x="5870223" y="2066598"/>
          <a:ext cx="1044149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1044149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366194" y="2055259"/>
        <a:ext cx="52207" cy="52207"/>
      </dsp:txXfrm>
    </dsp:sp>
    <dsp:sp modelId="{099E7118-066B-4C47-AF3A-8F2B0DB2634A}">
      <dsp:nvSpPr>
        <dsp:cNvPr id="0" name=""/>
        <dsp:cNvSpPr/>
      </dsp:nvSpPr>
      <dsp:spPr>
        <a:xfrm>
          <a:off x="6764366" y="1409129"/>
          <a:ext cx="2636925" cy="611999"/>
        </a:xfrm>
        <a:prstGeom prst="roundRect">
          <a:avLst/>
        </a:prstGeom>
        <a:solidFill>
          <a:srgbClr val="1F78B4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Movement</a:t>
          </a:r>
          <a:endParaRPr lang="en-GB" sz="1800" b="1" kern="120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794241" y="1439004"/>
        <a:ext cx="2577175" cy="552249"/>
      </dsp:txXfrm>
    </dsp:sp>
    <dsp:sp modelId="{4DDBD462-F95C-4D37-BB1D-05D444DF55E0}">
      <dsp:nvSpPr>
        <dsp:cNvPr id="0" name=""/>
        <dsp:cNvSpPr/>
      </dsp:nvSpPr>
      <dsp:spPr>
        <a:xfrm rot="19268988">
          <a:off x="9336716" y="1517247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4100" kern="1200"/>
        </a:p>
      </dsp:txBody>
      <dsp:txXfrm>
        <a:off x="9336716" y="1240093"/>
        <a:ext cx="583838" cy="583838"/>
      </dsp:txXfrm>
    </dsp:sp>
    <dsp:sp modelId="{AA9CA79D-B820-4D26-94B6-D865546228BD}">
      <dsp:nvSpPr>
        <dsp:cNvPr id="0" name=""/>
        <dsp:cNvSpPr/>
      </dsp:nvSpPr>
      <dsp:spPr>
        <a:xfrm>
          <a:off x="9855978" y="1042896"/>
          <a:ext cx="2636925" cy="611999"/>
        </a:xfrm>
        <a:prstGeom prst="roundRect">
          <a:avLst/>
        </a:prstGeom>
        <a:solidFill>
          <a:srgbClr val="A6CEE3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Home range</a:t>
          </a:r>
          <a:endParaRPr lang="en-GB" sz="1800" b="1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9885853" y="1072771"/>
        <a:ext cx="2577175" cy="552249"/>
      </dsp:txXfrm>
    </dsp:sp>
    <dsp:sp modelId="{CC9C8DAB-D051-4CC2-93B7-808E9017EE9D}">
      <dsp:nvSpPr>
        <dsp:cNvPr id="0" name=""/>
        <dsp:cNvSpPr/>
      </dsp:nvSpPr>
      <dsp:spPr>
        <a:xfrm rot="2331012">
          <a:off x="9336716" y="1883481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9614039" y="1883650"/>
        <a:ext cx="29191" cy="29191"/>
      </dsp:txXfrm>
    </dsp:sp>
    <dsp:sp modelId="{148144E9-31EA-431D-A2E5-5BFAED35298F}">
      <dsp:nvSpPr>
        <dsp:cNvPr id="0" name=""/>
        <dsp:cNvSpPr/>
      </dsp:nvSpPr>
      <dsp:spPr>
        <a:xfrm>
          <a:off x="9855978" y="1775363"/>
          <a:ext cx="2636925" cy="611999"/>
        </a:xfrm>
        <a:prstGeom prst="roundRect">
          <a:avLst/>
        </a:prstGeom>
        <a:solidFill>
          <a:srgbClr val="A6CEE3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Diffusion rate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885853" y="1805238"/>
        <a:ext cx="2577175" cy="552249"/>
      </dsp:txXfrm>
    </dsp:sp>
    <dsp:sp modelId="{F69E8474-F0A7-4DF8-86EA-C0377F983DF3}">
      <dsp:nvSpPr>
        <dsp:cNvPr id="0" name=""/>
        <dsp:cNvSpPr/>
      </dsp:nvSpPr>
      <dsp:spPr>
        <a:xfrm rot="2672833">
          <a:off x="5870223" y="2799065"/>
          <a:ext cx="1044149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1044149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5870223" y="2291756"/>
        <a:ext cx="1044149" cy="1044149"/>
      </dsp:txXfrm>
    </dsp:sp>
    <dsp:sp modelId="{C46C9E25-B108-48CB-AD31-328209FC25E6}">
      <dsp:nvSpPr>
        <dsp:cNvPr id="0" name=""/>
        <dsp:cNvSpPr/>
      </dsp:nvSpPr>
      <dsp:spPr>
        <a:xfrm>
          <a:off x="6764366" y="2874065"/>
          <a:ext cx="2636925" cy="611999"/>
        </a:xfrm>
        <a:prstGeom prst="roundRect">
          <a:avLst/>
        </a:prstGeom>
        <a:solidFill>
          <a:srgbClr val="33A02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Habitat Use</a:t>
          </a:r>
          <a:endParaRPr lang="en-GB" sz="1800" b="1" kern="1200">
            <a:solidFill>
              <a:schemeClr val="bg1"/>
            </a:solidFill>
            <a:latin typeface="Calibri"/>
            <a:ea typeface="Calibri"/>
            <a:cs typeface="Calibri"/>
          </a:endParaRPr>
        </a:p>
      </dsp:txBody>
      <dsp:txXfrm>
        <a:off x="6794241" y="2903940"/>
        <a:ext cx="2577175" cy="552249"/>
      </dsp:txXfrm>
    </dsp:sp>
    <dsp:sp modelId="{2996F20F-464C-450A-B3D4-234E05763E36}">
      <dsp:nvSpPr>
        <dsp:cNvPr id="0" name=""/>
        <dsp:cNvSpPr/>
      </dsp:nvSpPr>
      <dsp:spPr>
        <a:xfrm rot="19268988">
          <a:off x="9336716" y="2982182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336716" y="2705029"/>
        <a:ext cx="583838" cy="583838"/>
      </dsp:txXfrm>
    </dsp:sp>
    <dsp:sp modelId="{E714FF5C-5311-4B16-9E23-E41F33909FB6}">
      <dsp:nvSpPr>
        <dsp:cNvPr id="0" name=""/>
        <dsp:cNvSpPr/>
      </dsp:nvSpPr>
      <dsp:spPr>
        <a:xfrm>
          <a:off x="9855978" y="2507831"/>
          <a:ext cx="2636925" cy="611999"/>
        </a:xfrm>
        <a:prstGeom prst="roundRect">
          <a:avLst/>
        </a:prstGeom>
        <a:solidFill>
          <a:srgbClr val="B2DF8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Elevation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885853" y="2537706"/>
        <a:ext cx="2577175" cy="552249"/>
      </dsp:txXfrm>
    </dsp:sp>
    <dsp:sp modelId="{CF6DCB0E-4B83-4C48-8B3C-163630B983AF}">
      <dsp:nvSpPr>
        <dsp:cNvPr id="0" name=""/>
        <dsp:cNvSpPr/>
      </dsp:nvSpPr>
      <dsp:spPr>
        <a:xfrm rot="2331012">
          <a:off x="9336716" y="3348416"/>
          <a:ext cx="583838" cy="29531"/>
        </a:xfrm>
        <a:custGeom>
          <a:avLst/>
          <a:gdLst/>
          <a:ahLst/>
          <a:cxnLst/>
          <a:rect l="0" t="0" r="0" b="0"/>
          <a:pathLst>
            <a:path>
              <a:moveTo>
                <a:pt x="0" y="14765"/>
              </a:moveTo>
              <a:lnTo>
                <a:pt x="583838" y="1476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9336716" y="3071262"/>
        <a:ext cx="583838" cy="583838"/>
      </dsp:txXfrm>
    </dsp:sp>
    <dsp:sp modelId="{198E114B-C497-4C59-A3EB-DCB993C83FA7}">
      <dsp:nvSpPr>
        <dsp:cNvPr id="0" name=""/>
        <dsp:cNvSpPr/>
      </dsp:nvSpPr>
      <dsp:spPr>
        <a:xfrm>
          <a:off x="9855978" y="3240298"/>
          <a:ext cx="2636925" cy="611999"/>
        </a:xfrm>
        <a:prstGeom prst="roundRect">
          <a:avLst/>
        </a:prstGeom>
        <a:solidFill>
          <a:srgbClr val="B2DF8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Dist. to Esc. Terrain</a:t>
          </a:r>
          <a:endParaRPr lang="en-GB" sz="1800" b="1" kern="1200">
            <a:solidFill>
              <a:schemeClr val="tx1"/>
            </a:solidFill>
            <a:latin typeface="Calibri"/>
            <a:ea typeface="Calibri"/>
            <a:cs typeface="Calibri"/>
          </a:endParaRPr>
        </a:p>
      </dsp:txBody>
      <dsp:txXfrm>
        <a:off x="9885853" y="3270173"/>
        <a:ext cx="2577175" cy="552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891AB-ED0A-4DC0-BCC9-4D40646DFF04}">
      <dsp:nvSpPr>
        <dsp:cNvPr id="0" name=""/>
        <dsp:cNvSpPr/>
      </dsp:nvSpPr>
      <dsp:spPr>
        <a:xfrm>
          <a:off x="12582101" y="2697631"/>
          <a:ext cx="693816" cy="4724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4080" y="0"/>
              </a:lnTo>
              <a:lnTo>
                <a:pt x="474080" y="472432"/>
              </a:lnTo>
              <a:lnTo>
                <a:pt x="693816" y="472432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CBE6289-0622-4EF3-99C9-7FE997A4D4D7}">
      <dsp:nvSpPr>
        <dsp:cNvPr id="0" name=""/>
        <dsp:cNvSpPr/>
      </dsp:nvSpPr>
      <dsp:spPr>
        <a:xfrm>
          <a:off x="12582101" y="2225198"/>
          <a:ext cx="693816" cy="472432"/>
        </a:xfrm>
        <a:custGeom>
          <a:avLst/>
          <a:gdLst/>
          <a:ahLst/>
          <a:cxnLst/>
          <a:rect l="0" t="0" r="0" b="0"/>
          <a:pathLst>
            <a:path>
              <a:moveTo>
                <a:pt x="0" y="472432"/>
              </a:moveTo>
              <a:lnTo>
                <a:pt x="474080" y="472432"/>
              </a:lnTo>
              <a:lnTo>
                <a:pt x="474080" y="0"/>
              </a:lnTo>
              <a:lnTo>
                <a:pt x="693816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D55B1BB-7F79-4A5D-A6CF-653B074ABBFE}">
      <dsp:nvSpPr>
        <dsp:cNvPr id="0" name=""/>
        <dsp:cNvSpPr/>
      </dsp:nvSpPr>
      <dsp:spPr>
        <a:xfrm>
          <a:off x="8252357" y="1752766"/>
          <a:ext cx="962355" cy="944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42619" y="0"/>
              </a:lnTo>
              <a:lnTo>
                <a:pt x="742619" y="944864"/>
              </a:lnTo>
              <a:lnTo>
                <a:pt x="962355" y="944864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A5F580F-C378-4157-842F-42FEE6843A39}">
      <dsp:nvSpPr>
        <dsp:cNvPr id="0" name=""/>
        <dsp:cNvSpPr/>
      </dsp:nvSpPr>
      <dsp:spPr>
        <a:xfrm>
          <a:off x="12582101" y="807901"/>
          <a:ext cx="693816" cy="4724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4080" y="0"/>
              </a:lnTo>
              <a:lnTo>
                <a:pt x="474080" y="472432"/>
              </a:lnTo>
              <a:lnTo>
                <a:pt x="693816" y="472432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7FDA4DD-A1E8-4804-8DB6-DC03D40FD328}">
      <dsp:nvSpPr>
        <dsp:cNvPr id="0" name=""/>
        <dsp:cNvSpPr/>
      </dsp:nvSpPr>
      <dsp:spPr>
        <a:xfrm>
          <a:off x="12582101" y="335469"/>
          <a:ext cx="693816" cy="472432"/>
        </a:xfrm>
        <a:custGeom>
          <a:avLst/>
          <a:gdLst/>
          <a:ahLst/>
          <a:cxnLst/>
          <a:rect l="0" t="0" r="0" b="0"/>
          <a:pathLst>
            <a:path>
              <a:moveTo>
                <a:pt x="0" y="472432"/>
              </a:moveTo>
              <a:lnTo>
                <a:pt x="474080" y="472432"/>
              </a:lnTo>
              <a:lnTo>
                <a:pt x="474080" y="0"/>
              </a:lnTo>
              <a:lnTo>
                <a:pt x="693816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319FD91-AD92-4C4B-B47E-86029BC36B0F}">
      <dsp:nvSpPr>
        <dsp:cNvPr id="0" name=""/>
        <dsp:cNvSpPr/>
      </dsp:nvSpPr>
      <dsp:spPr>
        <a:xfrm>
          <a:off x="8252357" y="807901"/>
          <a:ext cx="962355" cy="944864"/>
        </a:xfrm>
        <a:custGeom>
          <a:avLst/>
          <a:gdLst/>
          <a:ahLst/>
          <a:cxnLst/>
          <a:rect l="0" t="0" r="0" b="0"/>
          <a:pathLst>
            <a:path>
              <a:moveTo>
                <a:pt x="0" y="944864"/>
              </a:moveTo>
              <a:lnTo>
                <a:pt x="742619" y="944864"/>
              </a:lnTo>
              <a:lnTo>
                <a:pt x="742619" y="0"/>
              </a:lnTo>
              <a:lnTo>
                <a:pt x="962355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CF34CC6-E47F-4EE5-A937-335016E28B45}">
      <dsp:nvSpPr>
        <dsp:cNvPr id="0" name=""/>
        <dsp:cNvSpPr/>
      </dsp:nvSpPr>
      <dsp:spPr>
        <a:xfrm>
          <a:off x="4184340" y="1707046"/>
          <a:ext cx="7006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00628" y="4572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E10F0AD-3175-4EB8-8F48-BAF5125F07B1}">
      <dsp:nvSpPr>
        <dsp:cNvPr id="0" name=""/>
        <dsp:cNvSpPr/>
      </dsp:nvSpPr>
      <dsp:spPr>
        <a:xfrm>
          <a:off x="816952" y="1417669"/>
          <a:ext cx="3367388" cy="670194"/>
        </a:xfrm>
        <a:prstGeom prst="roundRect">
          <a:avLst/>
        </a:prstGeom>
        <a:solidFill>
          <a:srgbClr val="CC331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Wildfire</a:t>
          </a:r>
          <a:endParaRPr lang="en-GB" sz="2400" b="1" kern="1200" dirty="0"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849668" y="1450385"/>
        <a:ext cx="3301956" cy="604762"/>
      </dsp:txXfrm>
    </dsp:sp>
    <dsp:sp modelId="{04E6E1D5-4CE1-4F6D-A18C-8C6BC415A2BB}">
      <dsp:nvSpPr>
        <dsp:cNvPr id="0" name=""/>
        <dsp:cNvSpPr/>
      </dsp:nvSpPr>
      <dsp:spPr>
        <a:xfrm>
          <a:off x="4884968" y="1417669"/>
          <a:ext cx="3367388" cy="670194"/>
        </a:xfrm>
        <a:prstGeom prst="roundRect">
          <a:avLst/>
        </a:pr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Mountain Goats</a:t>
          </a:r>
          <a:endParaRPr lang="en-GB" sz="2400" b="1" kern="120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4917684" y="1450385"/>
        <a:ext cx="3301956" cy="604762"/>
      </dsp:txXfrm>
    </dsp:sp>
    <dsp:sp modelId="{014F0CA3-2DCE-4E0C-AD35-D55B0BC24C79}">
      <dsp:nvSpPr>
        <dsp:cNvPr id="0" name=""/>
        <dsp:cNvSpPr/>
      </dsp:nvSpPr>
      <dsp:spPr>
        <a:xfrm>
          <a:off x="9214712" y="472804"/>
          <a:ext cx="3367388" cy="670194"/>
        </a:xfrm>
        <a:prstGeom prst="roundRect">
          <a:avLst/>
        </a:prstGeom>
        <a:solidFill>
          <a:srgbClr val="1F78B4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Movement</a:t>
          </a:r>
          <a:endParaRPr lang="en-GB" sz="2400" b="1" kern="1200" dirty="0">
            <a:solidFill>
              <a:schemeClr val="bg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9247428" y="505520"/>
        <a:ext cx="3301956" cy="604762"/>
      </dsp:txXfrm>
    </dsp:sp>
    <dsp:sp modelId="{B0CBD8F8-4184-4100-A433-A3ED70226F5C}">
      <dsp:nvSpPr>
        <dsp:cNvPr id="0" name=""/>
        <dsp:cNvSpPr/>
      </dsp:nvSpPr>
      <dsp:spPr>
        <a:xfrm>
          <a:off x="13275917" y="371"/>
          <a:ext cx="3367388" cy="670194"/>
        </a:xfrm>
        <a:prstGeom prst="roundRect">
          <a:avLst/>
        </a:prstGeom>
        <a:solidFill>
          <a:srgbClr val="A6CEE3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Home-range</a:t>
          </a:r>
          <a:endParaRPr lang="en-GB" sz="2400" b="1" kern="1200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13308633" y="33087"/>
        <a:ext cx="3301956" cy="604762"/>
      </dsp:txXfrm>
    </dsp:sp>
    <dsp:sp modelId="{66502422-C7BD-436D-A16D-5C1E3C584360}">
      <dsp:nvSpPr>
        <dsp:cNvPr id="0" name=""/>
        <dsp:cNvSpPr/>
      </dsp:nvSpPr>
      <dsp:spPr>
        <a:xfrm>
          <a:off x="13275917" y="945236"/>
          <a:ext cx="3367388" cy="670194"/>
        </a:xfrm>
        <a:prstGeom prst="roundRect">
          <a:avLst/>
        </a:prstGeom>
        <a:solidFill>
          <a:srgbClr val="A6CEE3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Diffusion rate</a:t>
          </a:r>
          <a:endParaRPr lang="en-GB" sz="2400" b="1" kern="1200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13308633" y="977952"/>
        <a:ext cx="3301956" cy="604762"/>
      </dsp:txXfrm>
    </dsp:sp>
    <dsp:sp modelId="{5425C679-7D43-4215-8EAF-7E5F198E0DF9}">
      <dsp:nvSpPr>
        <dsp:cNvPr id="0" name=""/>
        <dsp:cNvSpPr/>
      </dsp:nvSpPr>
      <dsp:spPr>
        <a:xfrm>
          <a:off x="9214712" y="2362533"/>
          <a:ext cx="3367388" cy="670194"/>
        </a:xfrm>
        <a:prstGeom prst="roundRect">
          <a:avLst/>
        </a:prstGeom>
        <a:solidFill>
          <a:srgbClr val="33A02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Habitat Use</a:t>
          </a:r>
          <a:endParaRPr lang="en-GB" sz="2400" b="1" kern="1200" dirty="0">
            <a:solidFill>
              <a:schemeClr val="bg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9247428" y="2395249"/>
        <a:ext cx="3301956" cy="604762"/>
      </dsp:txXfrm>
    </dsp:sp>
    <dsp:sp modelId="{EFC1D073-07BA-4E8D-A038-042F08635EA3}">
      <dsp:nvSpPr>
        <dsp:cNvPr id="0" name=""/>
        <dsp:cNvSpPr/>
      </dsp:nvSpPr>
      <dsp:spPr>
        <a:xfrm>
          <a:off x="13275917" y="1890101"/>
          <a:ext cx="3367388" cy="670194"/>
        </a:xfrm>
        <a:prstGeom prst="roundRect">
          <a:avLst/>
        </a:prstGeom>
        <a:solidFill>
          <a:srgbClr val="B2DF8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Elevation</a:t>
          </a:r>
          <a:endParaRPr lang="en-GB" sz="2400" b="1" kern="1200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13308633" y="1922817"/>
        <a:ext cx="3301956" cy="604762"/>
      </dsp:txXfrm>
    </dsp:sp>
    <dsp:sp modelId="{7CEB5B79-D4A9-4E49-82D4-72F9E272399F}">
      <dsp:nvSpPr>
        <dsp:cNvPr id="0" name=""/>
        <dsp:cNvSpPr/>
      </dsp:nvSpPr>
      <dsp:spPr>
        <a:xfrm>
          <a:off x="13275917" y="2834966"/>
          <a:ext cx="3367388" cy="670194"/>
        </a:xfrm>
        <a:prstGeom prst="roundRect">
          <a:avLst/>
        </a:prstGeom>
        <a:solidFill>
          <a:srgbClr val="B2DF8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ndika" panose="02000000000000000000" pitchFamily="2" charset="0"/>
              <a:ea typeface="Andika" panose="02000000000000000000" pitchFamily="2" charset="0"/>
              <a:cs typeface="Andika" panose="02000000000000000000" pitchFamily="2" charset="0"/>
            </a:rPr>
            <a:t>Dist. to Esc. Terrain</a:t>
          </a:r>
          <a:endParaRPr lang="en-GB" sz="2400" b="1" kern="1200" dirty="0">
            <a:solidFill>
              <a:schemeClr val="tx1"/>
            </a:solidFill>
            <a:latin typeface="Andika" panose="02000000000000000000" pitchFamily="2" charset="0"/>
            <a:ea typeface="Andika" panose="02000000000000000000" pitchFamily="2" charset="0"/>
            <a:cs typeface="Andika" panose="02000000000000000000" pitchFamily="2" charset="0"/>
          </a:endParaRPr>
        </a:p>
      </dsp:txBody>
      <dsp:txXfrm>
        <a:off x="13308633" y="2867682"/>
        <a:ext cx="3301956" cy="604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EF6E-5B60-DEA8-6090-55F58C492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1F082-4C69-EC4C-3162-00F5A2F1B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17DE-AF6C-37E6-6377-81AA871A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93FB-D79A-5134-7422-1083F677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F5141-E9B2-A971-DED3-E1535442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15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82B8-DBCA-BCE3-EA28-F4F22574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79C3-ACA2-0E00-7B7A-442D4409B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9079-A9B7-C148-A2E4-E9B1B248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E8238-53C8-2D34-4EF6-DF7218B9A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FEBE9-BA02-7C7A-2423-AAA97925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42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5FF1-86D7-1B90-6505-3901AD4E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2EEA7-7204-CA9F-B987-E67435983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5C949-AB8D-F126-8A79-6C6CDB01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EE4F-F7E1-AFD3-6E67-E2D3AE84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FAF18-D654-62FC-B05C-A4A5F1A7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18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4B20-0389-BAF0-1BCB-CE89A580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229B-51E0-B0B2-3985-4AF9A3D84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B08A5-7F45-B019-EC97-C04F1B8BC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2084-5CB8-B7AD-5C59-00DDAE5C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133DB-D764-61EE-4188-4FC9B45A6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45548-B85F-E245-4BA9-7085C45A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4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57B7-DE3D-556F-38E6-A7D72BE3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EC36-316B-59F7-67CD-EB3498DD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46C55-193C-960B-0E65-D5C644888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BD3D9-B1CB-D28F-068D-F186BB6B8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29580-B1B4-ABFA-A6CC-53DFAB71F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99ADA-01C6-D39F-B6C6-5870B1032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B6119-5513-814B-EB58-81402BF2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09F1C-7689-D3ED-3920-9A6F4FCB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74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C509-D1BC-9C6B-E228-28D731A0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31631-4FCC-C6F9-E5FE-F77E5904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81835-DBD1-2D24-57BC-285135E1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94E29-1009-A453-1A1C-498D9146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64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8BA11-F57B-A361-34D8-93BA9551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3B2F8-A168-550E-8D11-85420C7E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2FD07-D39B-0C59-B5E4-EDD95DA4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47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B03C-1E56-4891-37C1-865CF39C2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47C3F-7366-A2A2-22D2-3AB34B89E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C4647-26EF-78F2-3ABB-BF67602BF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17C1E-2164-7C1F-54CA-368FA3B4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BD2BC-FCA8-03DE-E3E2-6FE63F45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6D360-5E4E-B7C8-2FD1-46FC1718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10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0405-AC64-2B8F-2449-3121FF11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19137-8C54-2102-0FAA-37574A062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2607A-00D0-4F61-E4FB-4F6481D19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11386-C4D3-1AFC-3418-96C087A4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6B0D4-71E5-8BA5-00A7-BBB69F81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9C8F-36BF-6A38-B31D-7BF73A35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3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6102-322A-08F4-E86B-E09188FA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AA397-7DC3-15E7-A193-26D577BEF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0AB41-B989-5052-36F9-2BC7E27D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D2B3-3E81-1E58-BB0B-E3FBC5E1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0D3B9-922E-4BA4-E5FE-27E6AD8F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62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97F8-84AE-1FF5-3C17-B738DC8F7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BF74C-15B6-753F-490B-E1CA7C78E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CC06A-246C-ED75-9A33-94226B61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FFCF4-8C66-F295-5474-EF47730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085EC-E21D-35CA-9873-A320A453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7B4D32-B7FE-6EBF-0AB6-0452A4DD0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595BD-E7FC-535A-F8C4-FF2644BE8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69CF6-B805-6706-26D8-2300E40AB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3D74A-809B-48FA-9354-9E6BD90453E5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5FF5C-7B89-9E90-BB10-9BA24299E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40F75-3073-B256-09ED-CD43687F4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1522B-B428-48A4-B86F-4A5E7CE80C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75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D4C73BC-3F5B-18A7-00AA-D502DF0C2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4183588"/>
              </p:ext>
            </p:extLst>
          </p:nvPr>
        </p:nvGraphicFramePr>
        <p:xfrm>
          <a:off x="-408446" y="1453292"/>
          <a:ext cx="12492904" cy="4895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307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AB1620-5175-F86B-E573-2A96BA51AF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562788"/>
              </p:ext>
            </p:extLst>
          </p:nvPr>
        </p:nvGraphicFramePr>
        <p:xfrm>
          <a:off x="-1115124" y="981402"/>
          <a:ext cx="12492904" cy="4895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926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BEF7573-F7A0-391F-54D8-1C3039224C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3183262"/>
              </p:ext>
            </p:extLst>
          </p:nvPr>
        </p:nvGraphicFramePr>
        <p:xfrm>
          <a:off x="-1115124" y="981402"/>
          <a:ext cx="12492904" cy="4895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25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752AF99-AFFD-7F69-78D6-0B8E3A0F4BDB}"/>
              </a:ext>
            </a:extLst>
          </p:cNvPr>
          <p:cNvGrpSpPr/>
          <p:nvPr/>
        </p:nvGrpSpPr>
        <p:grpSpPr>
          <a:xfrm>
            <a:off x="-405396" y="1736057"/>
            <a:ext cx="12486803" cy="4329663"/>
            <a:chOff x="-405396" y="1736057"/>
            <a:chExt cx="12486803" cy="4329663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DCE83CE6-6CF3-A602-1CED-0D9568A06AA1}"/>
                </a:ext>
              </a:extLst>
            </p:cNvPr>
            <p:cNvSpPr/>
            <p:nvPr/>
          </p:nvSpPr>
          <p:spPr>
            <a:xfrm>
              <a:off x="8823980" y="5068134"/>
              <a:ext cx="542904" cy="58362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271452" y="0"/>
                  </a:lnTo>
                  <a:lnTo>
                    <a:pt x="271452" y="583622"/>
                  </a:lnTo>
                  <a:lnTo>
                    <a:pt x="542904" y="583622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DAF5DF1D-B6E0-C653-17F1-4542354C6C30}"/>
                </a:ext>
              </a:extLst>
            </p:cNvPr>
            <p:cNvSpPr/>
            <p:nvPr/>
          </p:nvSpPr>
          <p:spPr>
            <a:xfrm>
              <a:off x="8823980" y="4484511"/>
              <a:ext cx="542904" cy="58362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583622"/>
                  </a:moveTo>
                  <a:lnTo>
                    <a:pt x="271452" y="583622"/>
                  </a:lnTo>
                  <a:lnTo>
                    <a:pt x="271452" y="0"/>
                  </a:lnTo>
                  <a:lnTo>
                    <a:pt x="542904" y="0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AE45C053-1199-84E6-AE34-740BC2934DCB}"/>
                </a:ext>
              </a:extLst>
            </p:cNvPr>
            <p:cNvSpPr/>
            <p:nvPr/>
          </p:nvSpPr>
          <p:spPr>
            <a:xfrm>
              <a:off x="5566553" y="3900889"/>
              <a:ext cx="542904" cy="116724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271452" y="0"/>
                  </a:lnTo>
                  <a:lnTo>
                    <a:pt x="271452" y="1167244"/>
                  </a:lnTo>
                  <a:lnTo>
                    <a:pt x="542904" y="1167244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2C351407-BA04-6AB5-18AD-27483F914703}"/>
                </a:ext>
              </a:extLst>
            </p:cNvPr>
            <p:cNvSpPr/>
            <p:nvPr/>
          </p:nvSpPr>
          <p:spPr>
            <a:xfrm>
              <a:off x="8823980" y="2733644"/>
              <a:ext cx="542904" cy="58362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271452" y="0"/>
                  </a:lnTo>
                  <a:lnTo>
                    <a:pt x="271452" y="583622"/>
                  </a:lnTo>
                  <a:lnTo>
                    <a:pt x="542904" y="583622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1A656E6C-83B2-6235-2549-5934DF9C1C30}"/>
                </a:ext>
              </a:extLst>
            </p:cNvPr>
            <p:cNvSpPr/>
            <p:nvPr/>
          </p:nvSpPr>
          <p:spPr>
            <a:xfrm>
              <a:off x="8823980" y="2150022"/>
              <a:ext cx="542904" cy="58362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583622"/>
                  </a:moveTo>
                  <a:lnTo>
                    <a:pt x="271452" y="583622"/>
                  </a:lnTo>
                  <a:lnTo>
                    <a:pt x="271452" y="0"/>
                  </a:lnTo>
                  <a:lnTo>
                    <a:pt x="542904" y="0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8B20987B-BE0F-C12A-C801-99A0AFF7E51D}"/>
                </a:ext>
              </a:extLst>
            </p:cNvPr>
            <p:cNvSpPr/>
            <p:nvPr/>
          </p:nvSpPr>
          <p:spPr>
            <a:xfrm>
              <a:off x="5566553" y="2733644"/>
              <a:ext cx="542904" cy="116724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1167244"/>
                  </a:moveTo>
                  <a:lnTo>
                    <a:pt x="271452" y="1167244"/>
                  </a:lnTo>
                  <a:lnTo>
                    <a:pt x="271452" y="0"/>
                  </a:lnTo>
                  <a:lnTo>
                    <a:pt x="542904" y="0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4BACB0DA-1382-4922-EF5C-DE3C641CEE52}"/>
                </a:ext>
              </a:extLst>
            </p:cNvPr>
            <p:cNvSpPr/>
            <p:nvPr/>
          </p:nvSpPr>
          <p:spPr>
            <a:xfrm>
              <a:off x="2309126" y="3855169"/>
              <a:ext cx="542904" cy="9144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45720"/>
                  </a:moveTo>
                  <a:lnTo>
                    <a:pt x="542904" y="45720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1A7307F1-561E-9CA9-B8EE-B08127520EFE}"/>
                </a:ext>
              </a:extLst>
            </p:cNvPr>
            <p:cNvSpPr/>
            <p:nvPr/>
          </p:nvSpPr>
          <p:spPr>
            <a:xfrm>
              <a:off x="-405396" y="3486924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331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latin typeface="Calibri"/>
                  <a:ea typeface="Calibri"/>
                  <a:cs typeface="Calibri"/>
                </a:rPr>
                <a:t>Wildfire</a:t>
              </a:r>
              <a:endParaRPr lang="en-GB" sz="1800" b="1" kern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2C8C33DE-F71B-F9B5-5549-B16CD3E51D99}"/>
                </a:ext>
              </a:extLst>
            </p:cNvPr>
            <p:cNvSpPr/>
            <p:nvPr/>
          </p:nvSpPr>
          <p:spPr>
            <a:xfrm>
              <a:off x="2852031" y="3486924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Mountain Goats</a:t>
              </a:r>
              <a:endParaRPr lang="en-GB" sz="1800" b="1" kern="1200">
                <a:solidFill>
                  <a:schemeClr val="tx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9EECA526-2877-5CE0-E340-77D888685A7E}"/>
                </a:ext>
              </a:extLst>
            </p:cNvPr>
            <p:cNvSpPr/>
            <p:nvPr/>
          </p:nvSpPr>
          <p:spPr>
            <a:xfrm>
              <a:off x="6109458" y="2319680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78B4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Movement</a:t>
              </a:r>
              <a:endParaRPr lang="en-GB" sz="1800" b="1" kern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28BEDC68-FD43-C47C-1282-068667E66A94}"/>
                </a:ext>
              </a:extLst>
            </p:cNvPr>
            <p:cNvSpPr/>
            <p:nvPr/>
          </p:nvSpPr>
          <p:spPr>
            <a:xfrm>
              <a:off x="9366885" y="1736057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CEE3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Home range</a:t>
              </a:r>
              <a:endParaRPr lang="en-GB" sz="1800" b="1" kern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EFC6469A-B155-D197-8968-724C00FBEBA9}"/>
                </a:ext>
              </a:extLst>
            </p:cNvPr>
            <p:cNvSpPr/>
            <p:nvPr/>
          </p:nvSpPr>
          <p:spPr>
            <a:xfrm>
              <a:off x="9366885" y="2903302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CEE3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Diffusion rate</a:t>
              </a:r>
              <a:endParaRPr lang="en-GB" sz="1800" b="1" kern="1200">
                <a:solidFill>
                  <a:schemeClr val="tx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E51B0FB2-7246-8C7F-2644-BD1304292E4D}"/>
                </a:ext>
              </a:extLst>
            </p:cNvPr>
            <p:cNvSpPr/>
            <p:nvPr/>
          </p:nvSpPr>
          <p:spPr>
            <a:xfrm>
              <a:off x="6109458" y="4654169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A02C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Habitat Use</a:t>
              </a:r>
              <a:endParaRPr lang="en-GB" sz="1800" b="1" kern="120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B3C76505-8653-84C8-509D-53FCD2BA0974}"/>
                </a:ext>
              </a:extLst>
            </p:cNvPr>
            <p:cNvSpPr/>
            <p:nvPr/>
          </p:nvSpPr>
          <p:spPr>
            <a:xfrm>
              <a:off x="9366885" y="4070547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DF8A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Elevation</a:t>
              </a:r>
              <a:endParaRPr lang="en-GB" sz="1800" b="1" kern="1200">
                <a:solidFill>
                  <a:schemeClr val="tx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8E1EBBB9-F3CF-A58E-0197-E9A6AA457EDF}"/>
                </a:ext>
              </a:extLst>
            </p:cNvPr>
            <p:cNvSpPr/>
            <p:nvPr/>
          </p:nvSpPr>
          <p:spPr>
            <a:xfrm>
              <a:off x="9366885" y="5237791"/>
              <a:ext cx="2714522" cy="827929"/>
            </a:xfrm>
            <a:custGeom>
              <a:avLst/>
              <a:gdLst>
                <a:gd name="connsiteX0" fmla="*/ 0 w 2714522"/>
                <a:gd name="connsiteY0" fmla="*/ 0 h 827929"/>
                <a:gd name="connsiteX1" fmla="*/ 2714522 w 2714522"/>
                <a:gd name="connsiteY1" fmla="*/ 0 h 827929"/>
                <a:gd name="connsiteX2" fmla="*/ 2714522 w 2714522"/>
                <a:gd name="connsiteY2" fmla="*/ 827929 h 827929"/>
                <a:gd name="connsiteX3" fmla="*/ 0 w 2714522"/>
                <a:gd name="connsiteY3" fmla="*/ 827929 h 827929"/>
                <a:gd name="connsiteX4" fmla="*/ 0 w 2714522"/>
                <a:gd name="connsiteY4" fmla="*/ 0 h 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522" h="827929">
                  <a:moveTo>
                    <a:pt x="0" y="0"/>
                  </a:moveTo>
                  <a:lnTo>
                    <a:pt x="2714522" y="0"/>
                  </a:lnTo>
                  <a:lnTo>
                    <a:pt x="2714522" y="827929"/>
                  </a:lnTo>
                  <a:lnTo>
                    <a:pt x="0" y="827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DF8A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Dist. to Esc. Terrain</a:t>
              </a:r>
              <a:endParaRPr lang="en-GB" sz="1800" b="1" kern="1200">
                <a:solidFill>
                  <a:schemeClr val="tx1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39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48E9F3A-26F8-F4AC-055F-B375F1222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13076"/>
              </p:ext>
            </p:extLst>
          </p:nvPr>
        </p:nvGraphicFramePr>
        <p:xfrm>
          <a:off x="-1115124" y="981402"/>
          <a:ext cx="12492904" cy="4895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076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E1F9DDE-9F2E-09CC-A49A-E391CBA672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2440220"/>
              </p:ext>
            </p:extLst>
          </p:nvPr>
        </p:nvGraphicFramePr>
        <p:xfrm>
          <a:off x="-3377604" y="2268092"/>
          <a:ext cx="16648114" cy="3505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7857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Andika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achhen@student.ubc.ca</dc:creator>
  <cp:lastModifiedBy>achhen@student.ubc.ca</cp:lastModifiedBy>
  <cp:revision>1</cp:revision>
  <dcterms:created xsi:type="dcterms:W3CDTF">2025-10-15T00:47:13Z</dcterms:created>
  <dcterms:modified xsi:type="dcterms:W3CDTF">2025-10-15T00:59:51Z</dcterms:modified>
</cp:coreProperties>
</file>